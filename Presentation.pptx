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0" r:id="rId4"/>
  </p:sldMasterIdLst>
  <p:notesMasterIdLst>
    <p:notesMasterId r:id="rId20"/>
  </p:notesMasterIdLst>
  <p:handoutMasterIdLst>
    <p:handoutMasterId r:id="rId21"/>
  </p:handoutMasterIdLst>
  <p:sldIdLst>
    <p:sldId id="442" r:id="rId5"/>
    <p:sldId id="443" r:id="rId6"/>
    <p:sldId id="446" r:id="rId7"/>
    <p:sldId id="447" r:id="rId8"/>
    <p:sldId id="448" r:id="rId9"/>
    <p:sldId id="449" r:id="rId10"/>
    <p:sldId id="460" r:id="rId11"/>
    <p:sldId id="450" r:id="rId12"/>
    <p:sldId id="451" r:id="rId13"/>
    <p:sldId id="452" r:id="rId14"/>
    <p:sldId id="453" r:id="rId15"/>
    <p:sldId id="457" r:id="rId16"/>
    <p:sldId id="458" r:id="rId17"/>
    <p:sldId id="456" r:id="rId18"/>
    <p:sldId id="4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ACFC"/>
    <a:srgbClr val="09090C"/>
    <a:srgbClr val="FFFFFF"/>
    <a:srgbClr val="000000"/>
    <a:srgbClr val="9B8C69"/>
    <a:srgbClr val="79958B"/>
    <a:srgbClr val="476262"/>
    <a:srgbClr val="272D2B"/>
    <a:srgbClr val="647E6B"/>
    <a:srgbClr val="A27C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4551DB-09D5-4B21-A01C-A1204C557D1A}" v="427" dt="2026-02-28T05:58:47.376"/>
    <p1510:client id="{1BA18540-57F3-4550-8A78-BA5A89431AA0}" v="1162" dt="2026-03-01T12:55:03.692"/>
    <p1510:client id="{4079E2D9-1B72-4D2E-B611-6F57CA72C70D}" v="420" dt="2026-02-28T13:08:48.457"/>
    <p1510:client id="{6A3A30C4-DC49-460B-AADE-0EF143622E49}" v="183" dt="2026-02-28T15:50:27.728"/>
    <p1510:client id="{A2405DC5-AD7A-44C9-AADE-24908E3CF66B}" v="98" dt="2026-02-28T15:55:51.765"/>
    <p1510:client id="{F08A1D0D-906D-4DCA-B77D-236C9E4A4A9A}" v="215" dt="2026-02-28T15:13:18.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16"/>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8B6240-78DA-093E-542D-EA8232A522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DF21978-CD08-4DE4-0B35-D8E00EB982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1042AC-E7EB-4533-80AB-C3850196CED4}" type="datetimeFigureOut">
              <a:rPr lang="en-US" smtClean="0"/>
              <a:t>3/1/2026</a:t>
            </a:fld>
            <a:endParaRPr lang="en-US"/>
          </a:p>
        </p:txBody>
      </p:sp>
      <p:sp>
        <p:nvSpPr>
          <p:cNvPr id="4" name="Footer Placeholder 3">
            <a:extLst>
              <a:ext uri="{FF2B5EF4-FFF2-40B4-BE49-F238E27FC236}">
                <a16:creationId xmlns:a16="http://schemas.microsoft.com/office/drawing/2014/main" id="{34733651-3489-31BD-ED31-0609855FBC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461A6A1-1395-B89B-42E0-2208966D9F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D1E2F7-14E3-4821-A409-B7BC1E2744B7}" type="slidenum">
              <a:rPr lang="en-US" smtClean="0"/>
              <a:t>‹#›</a:t>
            </a:fld>
            <a:endParaRPr lang="en-US"/>
          </a:p>
        </p:txBody>
      </p:sp>
    </p:spTree>
    <p:extLst>
      <p:ext uri="{BB962C8B-B14F-4D97-AF65-F5344CB8AC3E}">
        <p14:creationId xmlns:p14="http://schemas.microsoft.com/office/powerpoint/2010/main" val="22116062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863BC9-3C98-4AB2-8802-02853E289FB4}"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2E5B5A-C175-4C17-879C-A25F50F472D7}" type="slidenum">
              <a:rPr lang="en-US" smtClean="0"/>
              <a:t>‹#›</a:t>
            </a:fld>
            <a:endParaRPr lang="en-US"/>
          </a:p>
        </p:txBody>
      </p:sp>
    </p:spTree>
    <p:extLst>
      <p:ext uri="{BB962C8B-B14F-4D97-AF65-F5344CB8AC3E}">
        <p14:creationId xmlns:p14="http://schemas.microsoft.com/office/powerpoint/2010/main" val="1398428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userDrawn="1"/>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r>
              <a:rPr lang="en-US"/>
              <a:t>Smart Hiring Made Simple​</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21359139-99F8-4B6E-8834-95F2B9D91EE4}"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74366008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44BE14B8-5058-4271-B378-2217DE83796E}"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7129786"/>
      </p:ext>
    </p:extLst>
  </p:cSld>
  <p:clrMapOvr>
    <a:masterClrMapping/>
  </p:clrMapOvr>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userDrawn="1"/>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679FB602-DB7A-4B0E-854D-FB51F38BB0AA}"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847871190"/>
      </p:ext>
    </p:extLst>
  </p:cSld>
  <p:clrMapOvr>
    <a:masterClrMapping/>
  </p:clrMapOvr>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C35E5011-9B67-D528-E120-F5ABBF8FE5A5}"/>
              </a:ext>
            </a:extLst>
          </p:cNvPr>
          <p:cNvPicPr>
            <a:picLocks noChangeAspect="1"/>
          </p:cNvPicPr>
          <p:nvPr userDrawn="1"/>
        </p:nvPicPr>
        <p:blipFill>
          <a:blip r:embed="rId2">
            <a:extLst>
              <a:ext uri="{28A0092B-C50C-407E-A947-70E740481C1C}">
                <a14:useLocalDpi xmlns:a14="http://schemas.microsoft.com/office/drawing/2010/main" val="0"/>
              </a:ext>
            </a:extLst>
          </a:blip>
          <a:srcRect l="8525" r="1082" b="9618"/>
          <a:stretch>
            <a:fillRect/>
          </a:stretch>
        </p:blipFill>
        <p:spPr>
          <a:xfrm>
            <a:off x="-13716" y="0"/>
            <a:ext cx="12205716" cy="6858000"/>
          </a:xfrm>
          <a:prstGeom prst="rect">
            <a:avLst/>
          </a:prstGeom>
        </p:spPr>
      </p:pic>
      <p:sp>
        <p:nvSpPr>
          <p:cNvPr id="8" name="Title 7">
            <a:extLst>
              <a:ext uri="{FF2B5EF4-FFF2-40B4-BE49-F238E27FC236}">
                <a16:creationId xmlns:a16="http://schemas.microsoft.com/office/drawing/2014/main" id="{C9965342-2954-67DF-2693-F39C0B9F8272}"/>
              </a:ext>
            </a:extLst>
          </p:cNvPr>
          <p:cNvSpPr>
            <a:spLocks noGrp="1"/>
          </p:cNvSpPr>
          <p:nvPr>
            <p:ph type="title"/>
          </p:nvPr>
        </p:nvSpPr>
        <p:spPr>
          <a:xfrm>
            <a:off x="420791" y="426598"/>
            <a:ext cx="9942409" cy="671387"/>
          </a:xfrm>
        </p:spPr>
        <p:txBody>
          <a:bodyPr/>
          <a:lstStyle>
            <a:lvl1pPr>
              <a:defRPr sz="42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FEB4B13F-216B-09EA-9E05-12FBA70B8251}"/>
              </a:ext>
            </a:extLst>
          </p:cNvPr>
          <p:cNvSpPr>
            <a:spLocks noGrp="1"/>
          </p:cNvSpPr>
          <p:nvPr>
            <p:ph type="subTitle" idx="1"/>
          </p:nvPr>
        </p:nvSpPr>
        <p:spPr>
          <a:xfrm>
            <a:off x="433413" y="1097985"/>
            <a:ext cx="3704199" cy="103561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58793" y="6357493"/>
            <a:ext cx="2703777" cy="338328"/>
          </a:xfrm>
        </p:spPr>
        <p:txBody>
          <a:bodyPr/>
          <a:lstStyle>
            <a:lvl1pPr>
              <a:defRPr>
                <a:solidFill>
                  <a:schemeClr val="tx1"/>
                </a:solidFill>
              </a:defRPr>
            </a:lvl1pPr>
          </a:lstStyle>
          <a:p>
            <a:r>
              <a:rPr lang="en-US"/>
              <a:t>Smart Hiring Made Simple​</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36185" y="6357493"/>
            <a:ext cx="2258646" cy="338328"/>
          </a:xfrm>
        </p:spPr>
        <p:txBody>
          <a:bodyPr/>
          <a:lstStyle>
            <a:lvl1pPr>
              <a:defRPr>
                <a:solidFill>
                  <a:schemeClr val="tx1"/>
                </a:solidFill>
              </a:defRPr>
            </a:lvl1pPr>
          </a:lstStyle>
          <a:p>
            <a:fld id="{5472F7A5-01BF-4366-9757-1F523CD5236A}"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57493"/>
            <a:ext cx="457200"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371954567"/>
      </p:ext>
    </p:extLst>
  </p:cSld>
  <p:clrMapOvr>
    <a:masterClrMapping/>
  </p:clrMapOvr>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4">
    <p:spTree>
      <p:nvGrpSpPr>
        <p:cNvPr id="1" name=""/>
        <p:cNvGrpSpPr/>
        <p:nvPr/>
      </p:nvGrpSpPr>
      <p:grpSpPr>
        <a:xfrm>
          <a:off x="0" y="0"/>
          <a:ext cx="0" cy="0"/>
          <a:chOff x="0" y="0"/>
          <a:chExt cx="0" cy="0"/>
        </a:xfrm>
      </p:grpSpPr>
      <p:pic>
        <p:nvPicPr>
          <p:cNvPr id="10" name="Picture 9" descr="A close up of a colorful object&#10;&#10;AI-generated content may be incorrect.">
            <a:extLst>
              <a:ext uri="{FF2B5EF4-FFF2-40B4-BE49-F238E27FC236}">
                <a16:creationId xmlns:a16="http://schemas.microsoft.com/office/drawing/2014/main" id="{056372A1-E778-B10F-98CF-995841167A8A}"/>
              </a:ext>
            </a:extLst>
          </p:cNvPr>
          <p:cNvPicPr>
            <a:picLocks noChangeAspect="1"/>
          </p:cNvPicPr>
          <p:nvPr userDrawn="1"/>
        </p:nvPicPr>
        <p:blipFill>
          <a:blip r:embed="rId2">
            <a:extLst>
              <a:ext uri="{28A0092B-C50C-407E-A947-70E740481C1C}">
                <a14:useLocalDpi xmlns:a14="http://schemas.microsoft.com/office/drawing/2010/main" val="0"/>
              </a:ext>
            </a:extLst>
          </a:blip>
          <a:srcRect l="8084" t="9400" r="1623" b="307"/>
          <a:stretch>
            <a:fillRect/>
          </a:stretch>
        </p:blipFill>
        <p:spPr>
          <a:xfrm>
            <a:off x="0" y="875"/>
            <a:ext cx="12192000" cy="6857125"/>
          </a:xfrm>
          <a:prstGeom prst="rect">
            <a:avLst/>
          </a:prstGeom>
        </p:spPr>
      </p:pic>
      <p:sp>
        <p:nvSpPr>
          <p:cNvPr id="8" name="Title 7">
            <a:extLst>
              <a:ext uri="{FF2B5EF4-FFF2-40B4-BE49-F238E27FC236}">
                <a16:creationId xmlns:a16="http://schemas.microsoft.com/office/drawing/2014/main" id="{7D2650CC-89A0-A174-E856-05805DBC0CDB}"/>
              </a:ext>
            </a:extLst>
          </p:cNvPr>
          <p:cNvSpPr>
            <a:spLocks noGrp="1"/>
          </p:cNvSpPr>
          <p:nvPr>
            <p:ph type="title"/>
          </p:nvPr>
        </p:nvSpPr>
        <p:spPr>
          <a:xfrm>
            <a:off x="420792" y="356684"/>
            <a:ext cx="6346974" cy="2667527"/>
          </a:xfrm>
        </p:spPr>
        <p:txBody>
          <a:bodyPr/>
          <a:lstStyle>
            <a:lvl1pPr>
              <a:defRPr sz="54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1E66F2C5-A94C-40FD-0A7D-A7D695991E66}"/>
              </a:ext>
            </a:extLst>
          </p:cNvPr>
          <p:cNvSpPr>
            <a:spLocks noGrp="1"/>
          </p:cNvSpPr>
          <p:nvPr>
            <p:ph type="subTitle" idx="1"/>
          </p:nvPr>
        </p:nvSpPr>
        <p:spPr>
          <a:xfrm>
            <a:off x="433414" y="5266344"/>
            <a:ext cx="3291920" cy="982055"/>
          </a:xfrm>
        </p:spPr>
        <p:txBody>
          <a:bodyPr vert="horz" lIns="91440" tIns="45720" rIns="91440" bIns="45720" rtlCol="0" anchor="b">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22117"/>
            <a:ext cx="2504049"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22117"/>
            <a:ext cx="1146383" cy="338328"/>
          </a:xfrm>
        </p:spPr>
        <p:txBody>
          <a:bodyPr/>
          <a:lstStyle>
            <a:lvl1pPr>
              <a:defRPr>
                <a:solidFill>
                  <a:schemeClr val="tx1"/>
                </a:solidFill>
              </a:defRPr>
            </a:lvl1pPr>
          </a:lstStyle>
          <a:p>
            <a:fld id="{679FB602-DB7A-4B0E-854D-FB51F38BB0AA}"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472526761"/>
      </p:ext>
    </p:extLst>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5">
    <p:spTree>
      <p:nvGrpSpPr>
        <p:cNvPr id="1" name=""/>
        <p:cNvGrpSpPr/>
        <p:nvPr/>
      </p:nvGrpSpPr>
      <p:grpSpPr>
        <a:xfrm>
          <a:off x="0" y="0"/>
          <a:ext cx="0" cy="0"/>
          <a:chOff x="0" y="0"/>
          <a:chExt cx="0" cy="0"/>
        </a:xfrm>
      </p:grpSpPr>
      <p:pic>
        <p:nvPicPr>
          <p:cNvPr id="10" name="Picture 9" descr="A red and purple light&#10;&#10;AI-generated content may be incorrect.">
            <a:extLst>
              <a:ext uri="{FF2B5EF4-FFF2-40B4-BE49-F238E27FC236}">
                <a16:creationId xmlns:a16="http://schemas.microsoft.com/office/drawing/2014/main" id="{34DC879D-8888-CA20-363B-ADD601ABDB14}"/>
              </a:ext>
            </a:extLst>
          </p:cNvPr>
          <p:cNvPicPr>
            <a:picLocks noChangeAspect="1"/>
          </p:cNvPicPr>
          <p:nvPr userDrawn="1"/>
        </p:nvPicPr>
        <p:blipFill>
          <a:blip r:embed="rId2">
            <a:extLst>
              <a:ext uri="{28A0092B-C50C-407E-A947-70E740481C1C}">
                <a14:useLocalDpi xmlns:a14="http://schemas.microsoft.com/office/drawing/2010/main" val="0"/>
              </a:ext>
            </a:extLst>
          </a:blip>
          <a:srcRect l="389" t="34949" r="912"/>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3491" y="2122471"/>
            <a:ext cx="7348909" cy="1672640"/>
          </a:xfrm>
        </p:spPr>
        <p:txBody>
          <a:bodyPr vert="horz" lIns="91440" tIns="45720" rIns="91440" bIns="45720" rtlCol="0" anchor="t">
            <a:normAutofit/>
          </a:bodyPr>
          <a:lstStyle>
            <a:lvl1pPr>
              <a:defRPr lang="en-US" sz="54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16399" y="2122470"/>
            <a:ext cx="2052235" cy="1672640"/>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22284" y="233990"/>
            <a:ext cx="2578688"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01100" y="216573"/>
            <a:ext cx="1562100" cy="338328"/>
          </a:xfrm>
        </p:spPr>
        <p:txBody>
          <a:bodyPr/>
          <a:lstStyle>
            <a:lvl1pPr>
              <a:defRPr>
                <a:solidFill>
                  <a:schemeClr val="tx1"/>
                </a:solidFill>
              </a:defRPr>
            </a:lvl1pPr>
          </a:lstStyle>
          <a:p>
            <a:fld id="{9192309C-B050-4356-96E7-0276C1563BD7}"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422240082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6">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86116429-CFD9-2016-C240-A97B232DE426}"/>
              </a:ext>
            </a:extLst>
          </p:cNvPr>
          <p:cNvPicPr>
            <a:picLocks noChangeAspect="1"/>
          </p:cNvPicPr>
          <p:nvPr userDrawn="1"/>
        </p:nvPicPr>
        <p:blipFill>
          <a:blip r:embed="rId2">
            <a:extLst>
              <a:ext uri="{28A0092B-C50C-407E-A947-70E740481C1C}">
                <a14:useLocalDpi xmlns:a14="http://schemas.microsoft.com/office/drawing/2010/main" val="0"/>
              </a:ext>
            </a:extLst>
          </a:blip>
          <a:srcRect l="17111" t="2700" r="25757" b="19631"/>
          <a:stretch>
            <a:fillRect/>
          </a:stretch>
        </p:blipFill>
        <p:spPr>
          <a:xfrm rot="10800000" flipH="1">
            <a:off x="0" y="-1713"/>
            <a:ext cx="12205716"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66693" y="2705100"/>
            <a:ext cx="11562393" cy="4152900"/>
          </a:xfrm>
        </p:spPr>
        <p:txBody>
          <a:bodyPr vert="horz" lIns="91440" tIns="45720" rIns="91440" bIns="45720" rtlCol="0" anchor="b">
            <a:normAutofit/>
          </a:bodyPr>
          <a:lstStyle>
            <a:lvl1pPr>
              <a:defRPr lang="en-US" sz="115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53135" y="564350"/>
            <a:ext cx="3645744" cy="905862"/>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9462" y="197680"/>
            <a:ext cx="2561771"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706100" y="209088"/>
            <a:ext cx="1022986" cy="338328"/>
          </a:xfrm>
        </p:spPr>
        <p:txBody>
          <a:bodyPr/>
          <a:lstStyle>
            <a:lvl1pPr>
              <a:defRPr>
                <a:solidFill>
                  <a:schemeClr val="tx1"/>
                </a:solidFill>
              </a:defRPr>
            </a:lvl1pPr>
          </a:lstStyle>
          <a:p>
            <a:fld id="{EFFF4B2E-F868-48E9-9355-A1AA601AAA8B}"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75303116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F6AD7145-734D-256B-1335-1014B6A328FF}"/>
              </a:ext>
            </a:extLst>
          </p:cNvPr>
          <p:cNvSpPr>
            <a:spLocks noGrp="1"/>
          </p:cNvSpPr>
          <p:nvPr>
            <p:ph type="title"/>
          </p:nvPr>
        </p:nvSpPr>
        <p:spPr>
          <a:xfrm>
            <a:off x="0" y="0"/>
            <a:ext cx="12188952" cy="3429000"/>
          </a:xfrm>
          <a:gradFill>
            <a:gsLst>
              <a:gs pos="55000">
                <a:srgbClr val="000000">
                  <a:alpha val="53000"/>
                </a:srgbClr>
              </a:gs>
              <a:gs pos="87000">
                <a:srgbClr val="000000">
                  <a:alpha val="63922"/>
                </a:srgbClr>
              </a:gs>
              <a:gs pos="23000">
                <a:srgbClr val="000000">
                  <a:alpha val="0"/>
                </a:srgbClr>
              </a:gs>
            </a:gsLst>
            <a:lin ang="15900000" scaled="0"/>
          </a:gradFill>
        </p:spPr>
        <p:txBody>
          <a:bodyPr lIns="457200" tIns="685800" rIns="5029200" bIns="0"/>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C312AD0-A2D2-0388-F1F0-E17A9F78932E}"/>
              </a:ext>
            </a:extLst>
          </p:cNvPr>
          <p:cNvSpPr>
            <a:spLocks noGrp="1"/>
          </p:cNvSpPr>
          <p:nvPr>
            <p:ph type="subTitle" idx="1"/>
          </p:nvPr>
        </p:nvSpPr>
        <p:spPr>
          <a:xfrm>
            <a:off x="8324192" y="-1"/>
            <a:ext cx="3740652" cy="3050627"/>
          </a:xfrm>
        </p:spPr>
        <p:txBody>
          <a:bodyPr vert="horz" lIns="594360" tIns="685800" rIns="320040" bIns="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Smart Hiring Made Simple​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10065" y="219456"/>
            <a:ext cx="1905000" cy="365760"/>
          </a:xfrm>
        </p:spPr>
        <p:txBody>
          <a:bodyPr/>
          <a:lstStyle>
            <a:lvl1pPr>
              <a:defRPr>
                <a:solidFill>
                  <a:schemeClr val="tx1"/>
                </a:solidFill>
              </a:defRPr>
            </a:lvl1pPr>
          </a:lstStyle>
          <a:p>
            <a:fld id="{21560963-1EEA-4BDE-8FF9-3FEE13B5D43C}" type="datetime1">
              <a:rPr lang="en-US" smtClean="0"/>
              <a:pPr/>
              <a:t>3/1/2026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288609" y="215988"/>
            <a:ext cx="555948" cy="337198"/>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953023037"/>
      </p:ext>
    </p:extLst>
  </p:cSld>
  <p:clrMapOvr>
    <a:masterClrMapping/>
  </p:clrMapOvr>
  <p:hf sldNum="0" hdr="0" ftr="0"/>
  <p:extLst>
    <p:ext uri="{DCECCB84-F9BA-43D5-87BE-67443E8EF086}">
      <p15:sldGuideLst xmlns:p15="http://schemas.microsoft.com/office/powerpoint/2012/main">
        <p15:guide id="6"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AEDC0447-22FD-BF05-BC68-3FDEDEDFC540}"/>
              </a:ext>
            </a:extLst>
          </p:cNvPr>
          <p:cNvSpPr>
            <a:spLocks noGrp="1"/>
          </p:cNvSpPr>
          <p:nvPr>
            <p:ph type="title"/>
          </p:nvPr>
        </p:nvSpPr>
        <p:spPr>
          <a:xfrm>
            <a:off x="1" y="0"/>
            <a:ext cx="5323784" cy="6858000"/>
          </a:xfrm>
          <a:gradFill>
            <a:gsLst>
              <a:gs pos="41000">
                <a:srgbClr val="000000">
                  <a:alpha val="46000"/>
                </a:srgbClr>
              </a:gs>
              <a:gs pos="71000">
                <a:srgbClr val="000000">
                  <a:alpha val="58000"/>
                </a:srgbClr>
              </a:gs>
              <a:gs pos="100000">
                <a:srgbClr val="000000">
                  <a:alpha val="61000"/>
                </a:srgbClr>
              </a:gs>
              <a:gs pos="10000">
                <a:srgbClr val="000000">
                  <a:alpha val="0"/>
                </a:srgbClr>
              </a:gs>
            </a:gsLst>
            <a:lin ang="10800000" scaled="0"/>
          </a:gradFill>
        </p:spPr>
        <p:txBody>
          <a:bodyPr lIns="457200" tIns="1371600" rIns="822960" bIns="914400" anchor="b"/>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3A1999F2-A538-F369-DF48-BB68DFFF8D80}"/>
              </a:ext>
            </a:extLst>
          </p:cNvPr>
          <p:cNvSpPr>
            <a:spLocks noGrp="1"/>
          </p:cNvSpPr>
          <p:nvPr>
            <p:ph type="subTitle" idx="1"/>
          </p:nvPr>
        </p:nvSpPr>
        <p:spPr>
          <a:xfrm>
            <a:off x="419099" y="6032498"/>
            <a:ext cx="4419599" cy="579757"/>
          </a:xfrm>
        </p:spPr>
        <p:txBody>
          <a:bodyPr vert="horz" lIns="91440" tIns="0" rIns="91440" bIns="0" rtlCol="0" anchor="t">
            <a:normAutofit/>
          </a:bodyPr>
          <a:lstStyle>
            <a:lvl1pPr marL="0" indent="0">
              <a:lnSpc>
                <a:spcPct val="120000"/>
              </a:lnSpc>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Smart Hiring Made Simple​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01100" y="213072"/>
            <a:ext cx="1905000" cy="365760"/>
          </a:xfrm>
        </p:spPr>
        <p:txBody>
          <a:bodyPr/>
          <a:lstStyle>
            <a:lvl1pPr>
              <a:defRPr>
                <a:solidFill>
                  <a:schemeClr val="tx1"/>
                </a:solidFill>
              </a:defRPr>
            </a:lvl1pPr>
          </a:lstStyle>
          <a:p>
            <a:fld id="{21560963-1EEA-4BDE-8FF9-3FEE13B5D43C}" type="datetime1">
              <a:rPr lang="en-US" smtClean="0"/>
              <a:pPr/>
              <a:t>3/1/2026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5988"/>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361170046"/>
      </p:ext>
    </p:extLst>
  </p:cSld>
  <p:clrMapOvr>
    <a:masterClrMapping/>
  </p:clrMapOvr>
  <p:hf sldNum="0" hdr="0" ftr="0"/>
  <p:extLst>
    <p:ext uri="{DCECCB84-F9BA-43D5-87BE-67443E8EF086}">
      <p15:sldGuideLst xmlns:p15="http://schemas.microsoft.com/office/powerpoint/2012/main">
        <p15:guide id="6"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r>
              <a:rPr lang="en-US"/>
              <a:t>Smart Hiring Made Simple​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21560963-1EEA-4BDE-8FF9-3FEE13B5D43C}" type="datetime1">
              <a:rPr lang="en-US" smtClean="0"/>
              <a:pPr/>
              <a:t>3/1/2026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880386913"/>
      </p:ext>
    </p:extLst>
  </p:cSld>
  <p:clrMapOvr>
    <a:masterClrMapping/>
  </p:clrMapOvr>
  <p:hf sldNum="0" hdr="0" ftr="0"/>
  <p:extLst>
    <p:ext uri="{DCECCB84-F9BA-43D5-87BE-67443E8EF086}">
      <p15:sldGuideLst xmlns:p15="http://schemas.microsoft.com/office/powerpoint/2012/main">
        <p15:guide id="6"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4643" y="1114447"/>
            <a:ext cx="5442757" cy="2921525"/>
          </a:xfrm>
        </p:spPr>
        <p:txBody>
          <a:bodyPr vert="horz" lIns="91440" tIns="45720" rIns="91440" bIns="45720" rtlCol="0" anchor="t">
            <a:normAutofit/>
          </a:bodyPr>
          <a:lstStyle>
            <a:lvl1pPr>
              <a:defRPr lang="en-US" sz="600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5468" y="4993008"/>
            <a:ext cx="3972704" cy="1247994"/>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2605" y="215057"/>
            <a:ext cx="2703777" cy="338328"/>
          </a:xfrm>
        </p:spPr>
        <p:txBody>
          <a:bodyPr/>
          <a:lstStyle>
            <a:lvl1pPr>
              <a:defRPr>
                <a:solidFill>
                  <a:schemeClr val="tx2"/>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5989" y="215057"/>
            <a:ext cx="1537060" cy="338328"/>
          </a:xfrm>
        </p:spPr>
        <p:txBody>
          <a:bodyPr/>
          <a:lstStyle>
            <a:lvl1pPr>
              <a:defRPr>
                <a:solidFill>
                  <a:schemeClr val="tx2"/>
                </a:solidFill>
                <a:effectLst/>
              </a:defRPr>
            </a:lvl1pPr>
          </a:lstStyle>
          <a:p>
            <a:fld id="{28EA85A9-CA9F-4339-89EF-28F09ED3FE86}"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01909" y="215057"/>
            <a:ext cx="540412"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7" name="Picture Placeholder 6">
            <a:extLst>
              <a:ext uri="{FF2B5EF4-FFF2-40B4-BE49-F238E27FC236}">
                <a16:creationId xmlns:a16="http://schemas.microsoft.com/office/drawing/2014/main" id="{28C1F583-2497-2836-36DF-2076DFFFBA5A}"/>
              </a:ext>
            </a:extLst>
          </p:cNvPr>
          <p:cNvSpPr>
            <a:spLocks noGrp="1"/>
          </p:cNvSpPr>
          <p:nvPr>
            <p:ph type="pic" sz="quarter" idx="13" hasCustomPrompt="1"/>
          </p:nvPr>
        </p:nvSpPr>
        <p:spPr>
          <a:xfrm>
            <a:off x="7783830" y="1181100"/>
            <a:ext cx="4408170" cy="5701208"/>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744259519"/>
      </p:ext>
    </p:extLst>
  </p:cSld>
  <p:clrMapOvr>
    <a:masterClrMapping/>
  </p:clrMapOvr>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812872" y="1115568"/>
            <a:ext cx="2960028" cy="3684766"/>
          </a:xfrm>
        </p:spPr>
        <p:txBody>
          <a:bodyPr vert="horz" lIns="91440" tIns="45720" rIns="91440" bIns="45720" rtlCol="0" anchor="t">
            <a:normAutofit/>
          </a:bodyPr>
          <a:lstStyle>
            <a:lvl1pPr>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04423" y="5004262"/>
            <a:ext cx="2968477" cy="1244138"/>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19100" y="219456"/>
            <a:ext cx="2597858" cy="338328"/>
          </a:xfrm>
        </p:spPr>
        <p:txBody>
          <a:bodyPr/>
          <a:lstStyle>
            <a:lvl1pPr>
              <a:defRPr>
                <a:solidFill>
                  <a:schemeClr val="tx2"/>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12872" y="219456"/>
            <a:ext cx="1550328" cy="338328"/>
          </a:xfrm>
        </p:spPr>
        <p:txBody>
          <a:bodyPr/>
          <a:lstStyle>
            <a:lvl1pPr>
              <a:defRPr>
                <a:solidFill>
                  <a:schemeClr val="tx2"/>
                </a:solidFill>
                <a:effectLst/>
              </a:defRPr>
            </a:lvl1pPr>
          </a:lstStyle>
          <a:p>
            <a:fld id="{2D904F51-6E72-42BA-AFA1-975939F2ADF3}"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13129" y="219456"/>
            <a:ext cx="539588"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8" name="Picture Placeholder 7">
            <a:extLst>
              <a:ext uri="{FF2B5EF4-FFF2-40B4-BE49-F238E27FC236}">
                <a16:creationId xmlns:a16="http://schemas.microsoft.com/office/drawing/2014/main" id="{284B0817-C121-ACE0-AD00-44CE39241777}"/>
              </a:ext>
            </a:extLst>
          </p:cNvPr>
          <p:cNvSpPr>
            <a:spLocks noGrp="1"/>
          </p:cNvSpPr>
          <p:nvPr>
            <p:ph type="pic" sz="quarter" idx="13" hasCustomPrompt="1"/>
          </p:nvPr>
        </p:nvSpPr>
        <p:spPr>
          <a:xfrm>
            <a:off x="1" y="1181099"/>
            <a:ext cx="8367452" cy="5685213"/>
          </a:xfrm>
          <a:custGeom>
            <a:avLst/>
            <a:gdLst>
              <a:gd name="connsiteX0" fmla="*/ 0 w 6769976"/>
              <a:gd name="connsiteY0" fmla="*/ 0 h 5895164"/>
              <a:gd name="connsiteX1" fmla="*/ 6769976 w 6769976"/>
              <a:gd name="connsiteY1" fmla="*/ 0 h 5895164"/>
              <a:gd name="connsiteX2" fmla="*/ 6769976 w 6769976"/>
              <a:gd name="connsiteY2" fmla="*/ 5895164 h 5895164"/>
              <a:gd name="connsiteX3" fmla="*/ 0 w 6769976"/>
              <a:gd name="connsiteY3" fmla="*/ 5895164 h 5895164"/>
            </a:gdLst>
            <a:ahLst/>
            <a:cxnLst>
              <a:cxn ang="0">
                <a:pos x="connsiteX0" y="connsiteY0"/>
              </a:cxn>
              <a:cxn ang="0">
                <a:pos x="connsiteX1" y="connsiteY1"/>
              </a:cxn>
              <a:cxn ang="0">
                <a:pos x="connsiteX2" y="connsiteY2"/>
              </a:cxn>
              <a:cxn ang="0">
                <a:pos x="connsiteX3" y="connsiteY3"/>
              </a:cxn>
            </a:cxnLst>
            <a:rect l="l" t="t" r="r" b="b"/>
            <a:pathLst>
              <a:path w="6769976" h="5895164">
                <a:moveTo>
                  <a:pt x="0" y="0"/>
                </a:moveTo>
                <a:lnTo>
                  <a:pt x="6769976" y="0"/>
                </a:lnTo>
                <a:lnTo>
                  <a:pt x="6769976" y="5895164"/>
                </a:lnTo>
                <a:lnTo>
                  <a:pt x="0" y="58951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430262198"/>
      </p:ext>
    </p:extLst>
  </p:cSld>
  <p:clrMapOvr>
    <a:masterClrMapping/>
  </p:clrMapOvr>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76903" y="4822407"/>
            <a:ext cx="6925432" cy="1351342"/>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235224" y="4822406"/>
            <a:ext cx="2724238" cy="1351342"/>
          </a:xfrm>
        </p:spPr>
        <p:txBody>
          <a:bodyPr vert="horz" lIns="91440" tIns="45720" rIns="91440" bIns="45720" rtlCol="0" anchor="t">
            <a:normAutofit/>
          </a:bodyPr>
          <a:lstStyle>
            <a:lvl1pPr marL="0" indent="0">
              <a:buNone/>
              <a:defRPr lang="en-US" sz="1400" dirty="0">
                <a:solidFill>
                  <a:schemeClr val="tx2"/>
                </a:solidFill>
              </a:defRPr>
            </a:lvl1pPr>
          </a:lstStyle>
          <a:p>
            <a:pPr lvl="0"/>
            <a:r>
              <a:rPr lang="en-US"/>
              <a:t>Click to edit Master subtitle style</a:t>
            </a:r>
          </a:p>
        </p:txBody>
      </p:sp>
      <p:sp>
        <p:nvSpPr>
          <p:cNvPr id="7" name="Picture Placeholder 6">
            <a:extLst>
              <a:ext uri="{FF2B5EF4-FFF2-40B4-BE49-F238E27FC236}">
                <a16:creationId xmlns:a16="http://schemas.microsoft.com/office/drawing/2014/main" id="{978C40B5-A026-132B-C915-2335F94E4A5C}"/>
              </a:ext>
            </a:extLst>
          </p:cNvPr>
          <p:cNvSpPr>
            <a:spLocks noGrp="1"/>
          </p:cNvSpPr>
          <p:nvPr>
            <p:ph type="pic" sz="quarter" idx="13" hasCustomPrompt="1"/>
          </p:nvPr>
        </p:nvSpPr>
        <p:spPr>
          <a:xfrm>
            <a:off x="1866900" y="0"/>
            <a:ext cx="10325100" cy="4653649"/>
          </a:xfrm>
          <a:blipFill>
            <a:blip r:embed="rId2">
              <a:alphaModFix amt="65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76903" y="6447496"/>
            <a:ext cx="2140360" cy="338328"/>
          </a:xfrm>
        </p:spPr>
        <p:txBody>
          <a:bodyPr/>
          <a:lstStyle>
            <a:lvl1pPr>
              <a:defRPr>
                <a:solidFill>
                  <a:schemeClr val="tx2"/>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224" y="6451888"/>
            <a:ext cx="1581238" cy="338328"/>
          </a:xfrm>
        </p:spPr>
        <p:txBody>
          <a:bodyPr/>
          <a:lstStyle>
            <a:lvl1pPr algn="l">
              <a:defRPr>
                <a:solidFill>
                  <a:schemeClr val="tx2"/>
                </a:solidFill>
                <a:effectLst/>
              </a:defRPr>
            </a:lvl1pPr>
          </a:lstStyle>
          <a:p>
            <a:fld id="{096358FC-80A5-41A4-8D07-88F12E18DF82}"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80357" y="6451888"/>
            <a:ext cx="457200" cy="338328"/>
          </a:xfrm>
        </p:spPr>
        <p:txBody>
          <a:bodyPr/>
          <a:lstStyle>
            <a:lvl1pPr>
              <a:defRPr>
                <a:solidFill>
                  <a:schemeClr val="tx2"/>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991402077"/>
      </p:ext>
    </p:extLst>
  </p:cSld>
  <p:clrMapOvr>
    <a:masterClrMapping/>
  </p:clrMapOvr>
  <p:hf sldNum="0"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71006E0F-42A5-451E-8A36-26756F7C34E0}" type="datetime1">
              <a:rPr lang="en-US" smtClean="0"/>
              <a:pPr/>
              <a:t>3/1/2026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780051323"/>
      </p:ext>
    </p:extLst>
  </p:cSld>
  <p:clrMapOvr>
    <a:masterClrMapping/>
  </p:clrMapOvr>
  <p:hf sldNum="0"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7" name="Picture 6" descr="A close up of a pink and purple light&#10;&#10;AI-generated content may be incorrect.">
            <a:extLst>
              <a:ext uri="{FF2B5EF4-FFF2-40B4-BE49-F238E27FC236}">
                <a16:creationId xmlns:a16="http://schemas.microsoft.com/office/drawing/2014/main" id="{B984133B-2ACD-DC2E-DD48-CC86F40637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6416" y="219456"/>
            <a:ext cx="1494156" cy="338328"/>
          </a:xfrm>
        </p:spPr>
        <p:txBody>
          <a:bodyPr/>
          <a:lstStyle>
            <a:lvl1pPr>
              <a:defRPr>
                <a:solidFill>
                  <a:schemeClr val="tx1"/>
                </a:solidFill>
              </a:defRPr>
            </a:lvl1pPr>
          </a:lstStyle>
          <a:p>
            <a:fld id="{71006E0F-42A5-451E-8A36-26756F7C34E0}" type="datetime1">
              <a:rPr lang="en-US" smtClean="0"/>
              <a:pPr/>
              <a:t>3/1/2026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899343965"/>
      </p:ext>
    </p:extLst>
  </p:cSld>
  <p:clrMapOvr>
    <a:masterClrMapping/>
  </p:clrMapOvr>
  <p:hf sldNum="0"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Smart Hiring Made Simple​</a:t>
            </a:r>
            <a:endParaRPr lang="en-US">
              <a:solidFill>
                <a:schemeClr val="tx1"/>
              </a:solidFill>
            </a:endParaRP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22922ABD-C052-4D3A-818B-C58AFC20B321}" type="datetime1">
              <a:rPr lang="en-US" smtClean="0"/>
              <a:pPr/>
              <a:t>3/1/2026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51338958"/>
      </p:ext>
    </p:extLst>
  </p:cSld>
  <p:clrMapOvr>
    <a:masterClrMapping/>
  </p:clrMapOvr>
  <p:hf sldNum="0"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8AD56A61-7CC3-3597-02EB-CC5DE117DB59}"/>
              </a:ext>
            </a:extLst>
          </p:cNvPr>
          <p:cNvPicPr>
            <a:picLocks noChangeAspect="1"/>
          </p:cNvPicPr>
          <p:nvPr userDrawn="1"/>
        </p:nvPicPr>
        <p:blipFill>
          <a:blip r:embed="rId2">
            <a:extLst>
              <a:ext uri="{28A0092B-C50C-407E-A947-70E740481C1C}">
                <a14:useLocalDpi xmlns:a14="http://schemas.microsoft.com/office/drawing/2010/main" val="0"/>
              </a:ext>
            </a:extLst>
          </a:blip>
          <a:srcRect l="25858" t="8959" r="915" b="25228"/>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7" y="915709"/>
            <a:ext cx="11404534" cy="1604654"/>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2922ABD-C052-4D3A-818B-C58AFC20B321}" type="datetime1">
              <a:rPr lang="en-US" smtClean="0"/>
              <a:pPr/>
              <a:t>3/1/2026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72400" y="2705100"/>
            <a:ext cx="4000500" cy="3682028"/>
          </a:xfrm>
        </p:spPr>
        <p:txBody>
          <a:bodyPr vert="horz" lIns="91440" tIns="45720" rIns="91440" bIns="45720" rtlCol="0" anchor="b">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723400"/>
      </p:ext>
    </p:extLst>
  </p:cSld>
  <p:clrMapOvr>
    <a:masterClrMapping/>
  </p:clrMapOvr>
  <p:hf sldNum="0"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userDrawn="1"/>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348FC9B1-6F61-4A8F-9F5E-715654075A93}" type="datetime1">
              <a:rPr lang="en-US" smtClean="0"/>
              <a:pPr/>
              <a:t>3/1/2026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Tree>
    <p:extLst>
      <p:ext uri="{BB962C8B-B14F-4D97-AF65-F5344CB8AC3E}">
        <p14:creationId xmlns:p14="http://schemas.microsoft.com/office/powerpoint/2010/main" val="687031790"/>
      </p:ext>
    </p:extLst>
  </p:cSld>
  <p:clrMapOvr>
    <a:masterClrMapping/>
  </p:clrMapOvr>
  <p:hf sldNum="0"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3" name="Picture 2" descr="A close up of a colorful object&#10;&#10;AI-generated content may be incorrect.">
            <a:extLst>
              <a:ext uri="{FF2B5EF4-FFF2-40B4-BE49-F238E27FC236}">
                <a16:creationId xmlns:a16="http://schemas.microsoft.com/office/drawing/2014/main" id="{BA44554C-C893-3987-6CAA-1AE3D3275AC2}"/>
              </a:ext>
            </a:extLst>
          </p:cNvPr>
          <p:cNvPicPr>
            <a:picLocks noChangeAspect="1"/>
          </p:cNvPicPr>
          <p:nvPr userDrawn="1"/>
        </p:nvPicPr>
        <p:blipFill>
          <a:blip r:embed="rId2">
            <a:extLst>
              <a:ext uri="{28A0092B-C50C-407E-A947-70E740481C1C}">
                <a14:useLocalDpi xmlns:a14="http://schemas.microsoft.com/office/drawing/2010/main" val="0"/>
              </a:ext>
            </a:extLst>
          </a:blip>
          <a:srcRect l="34188" r="1" b="13701"/>
          <a:stretch>
            <a:fillRect/>
          </a:stretch>
        </p:blipFill>
        <p:spPr>
          <a:xfrm rot="5400000" flipV="1">
            <a:off x="2667000" y="-2667000"/>
            <a:ext cx="6858000" cy="12192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762539"/>
            <a:ext cx="3987207" cy="2073091"/>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1993" y="214858"/>
            <a:ext cx="1522740" cy="338328"/>
          </a:xfrm>
        </p:spPr>
        <p:txBody>
          <a:bodyPr/>
          <a:lstStyle>
            <a:lvl1pPr>
              <a:defRPr>
                <a:solidFill>
                  <a:schemeClr val="tx1"/>
                </a:solidFill>
              </a:defRPr>
            </a:lvl1pPr>
          </a:lstStyle>
          <a:p>
            <a:fld id="{2C034B68-E20D-4A56-8B99-0EF3081FA97A}"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851993" y="1762539"/>
            <a:ext cx="3482340" cy="2073091"/>
          </a:xfrm>
        </p:spPr>
        <p:txBody>
          <a:bodyPr vert="horz" lIns="91440" tIns="45720" rIns="91440" bIns="45720" rtlCol="0">
            <a:normAutofit/>
          </a:bodyPr>
          <a:lstStyle>
            <a:lvl1pPr marL="0" indent="0">
              <a:buNone/>
              <a:defRPr lang="en-US" dirty="0">
                <a:solidFill>
                  <a:schemeClr val="tx1"/>
                </a:solidFill>
              </a:defRPr>
            </a:lvl1pPr>
            <a:lvl2pPr marL="228600" indent="0">
              <a:buNone/>
              <a:defRPr lang="en-US" dirty="0">
                <a:solidFill>
                  <a:schemeClr val="tx1"/>
                </a:solidFill>
              </a:defRPr>
            </a:lvl2pPr>
            <a:lvl3pPr marL="457200" indent="0">
              <a:buNone/>
              <a:defRPr lang="en-US" dirty="0">
                <a:solidFill>
                  <a:schemeClr val="tx1"/>
                </a:solidFill>
              </a:defRPr>
            </a:lvl3pPr>
            <a:lvl4pPr marL="685800" indent="0">
              <a:buNone/>
              <a:defRPr lang="en-US" dirty="0">
                <a:solidFill>
                  <a:schemeClr val="tx1"/>
                </a:solidFill>
              </a:defRPr>
            </a:lvl4pPr>
            <a:lvl5pPr marL="914400" indent="0">
              <a:buNone/>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0158933"/>
      </p:ext>
    </p:extLst>
  </p:cSld>
  <p:clrMapOvr>
    <a:masterClrMapping/>
  </p:clrMapOvr>
  <p:hf sldNum="0"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pic>
        <p:nvPicPr>
          <p:cNvPr id="7" name="Picture 6" descr="A close up of a colorful object&#10;&#10;AI-generated content may be incorrect.">
            <a:extLst>
              <a:ext uri="{FF2B5EF4-FFF2-40B4-BE49-F238E27FC236}">
                <a16:creationId xmlns:a16="http://schemas.microsoft.com/office/drawing/2014/main" id="{B193FB30-082C-50CD-EEC9-7D410FFB62CF}"/>
              </a:ext>
            </a:extLst>
          </p:cNvPr>
          <p:cNvPicPr>
            <a:picLocks noChangeAspect="1"/>
          </p:cNvPicPr>
          <p:nvPr userDrawn="1"/>
        </p:nvPicPr>
        <p:blipFill>
          <a:blip r:embed="rId2">
            <a:extLst>
              <a:ext uri="{28A0092B-C50C-407E-A947-70E740481C1C}">
                <a14:useLocalDpi xmlns:a14="http://schemas.microsoft.com/office/drawing/2010/main" val="0"/>
              </a:ext>
            </a:extLst>
          </a:blip>
          <a:srcRect l="-38257" t="5088" r="86" b="21926"/>
          <a:stretch>
            <a:fillRect/>
          </a:stretch>
        </p:blipFill>
        <p:spPr>
          <a:xfrm flipH="1">
            <a:off x="0" y="0"/>
            <a:ext cx="12192000" cy="685517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404380" y="1276990"/>
            <a:ext cx="5385079"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12904" y="214858"/>
            <a:ext cx="2514600" cy="338328"/>
          </a:xfrm>
        </p:spPr>
        <p:txBody>
          <a:bodyPr/>
          <a:lstStyle>
            <a:lvl1pPr>
              <a:defRPr>
                <a:solidFill>
                  <a:schemeClr val="tx1"/>
                </a:solidFill>
              </a:defRPr>
            </a:lvl1pPr>
          </a:lstStyle>
          <a:p>
            <a:fld id="{44BE14B8-5058-4271-B378-2217DE83796E}"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412904" y="2471736"/>
            <a:ext cx="5385079" cy="349312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8896659"/>
      </p:ext>
    </p:extLst>
  </p:cSld>
  <p:clrMapOvr>
    <a:masterClrMapping/>
  </p:clrMapOvr>
  <p:hf sldNum="0"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userDrawn="1"/>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44BE14B8-5058-4271-B378-2217DE83796E}"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9351453"/>
      </p:ext>
    </p:extLst>
  </p:cSld>
  <p:clrMapOvr>
    <a:masterClrMapping/>
  </p:clrMapOvr>
  <p:hf sldNum="0"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A9C84165-A857-83C5-C6BE-C4EB68C90637}"/>
              </a:ext>
            </a:extLst>
          </p:cNvPr>
          <p:cNvPicPr>
            <a:picLocks noChangeAspect="1"/>
          </p:cNvPicPr>
          <p:nvPr userDrawn="1"/>
        </p:nvPicPr>
        <p:blipFill>
          <a:blip r:embed="rId2">
            <a:extLst>
              <a:ext uri="{28A0092B-C50C-407E-A947-70E740481C1C}">
                <a14:useLocalDpi xmlns:a14="http://schemas.microsoft.com/office/drawing/2010/main" val="0"/>
              </a:ext>
            </a:extLst>
          </a:blip>
          <a:srcRect t="29759"/>
          <a:stretch>
            <a:fillRect/>
          </a:stretch>
        </p:blipFill>
        <p:spPr>
          <a:xfrm flipH="1">
            <a:off x="0" y="2040834"/>
            <a:ext cx="12192000" cy="4817165"/>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47800" y="1946412"/>
            <a:ext cx="2971800" cy="3192118"/>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38700" y="214858"/>
            <a:ext cx="2452852" cy="338328"/>
          </a:xfrm>
        </p:spPr>
        <p:txBody>
          <a:bodyPr/>
          <a:lstStyle>
            <a:lvl1pPr>
              <a:defRPr>
                <a:solidFill>
                  <a:schemeClr val="tx1"/>
                </a:solidFill>
              </a:defRPr>
            </a:lvl1pPr>
          </a:lstStyle>
          <a:p>
            <a:fld id="{28C06331-6E41-42DD-926E-C670E485C891}"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838700" y="1946413"/>
            <a:ext cx="5189220" cy="3192118"/>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6649807"/>
      </p:ext>
    </p:extLst>
  </p:cSld>
  <p:clrMapOvr>
    <a:masterClrMapping/>
  </p:clrMapOvr>
  <p:hf sldNum="0"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6">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06CB2F34-49A1-4C07-91D5-90BE967306D3}"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6600544"/>
      </p:ext>
    </p:extLst>
  </p:cSld>
  <p:clrMapOvr>
    <a:masterClrMapping/>
  </p:clrMapOvr>
  <p:hf sldNum="0"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8" y="1828800"/>
            <a:ext cx="8496302" cy="1010093"/>
          </a:xfrm>
        </p:spPr>
        <p:txBody>
          <a:bodyPr anchor="b">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30B0CD9-4253-4E22-9BCD-0DF67297DF8E}"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866900" y="3168292"/>
            <a:ext cx="8496300" cy="2625406"/>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7998738"/>
      </p:ext>
    </p:extLst>
  </p:cSld>
  <p:clrMapOvr>
    <a:masterClrMapping/>
  </p:clrMapOvr>
  <p:hf sldNum="0"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366716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7677" y="214858"/>
            <a:ext cx="1522740" cy="338328"/>
          </a:xfrm>
        </p:spPr>
        <p:txBody>
          <a:bodyPr/>
          <a:lstStyle/>
          <a:p>
            <a:fld id="{81C379B3-3585-4FAF-BD63-57B9BB47E12C}" type="datetime1">
              <a:rPr lang="en-US" smtClean="0"/>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57677" y="1126457"/>
            <a:ext cx="584842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2496823"/>
      </p:ext>
    </p:extLst>
  </p:cSld>
  <p:clrMapOvr>
    <a:masterClrMapping/>
  </p:clrMapOvr>
  <p:hf sldNum="0"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292040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055522" y="214858"/>
            <a:ext cx="1811877" cy="338328"/>
          </a:xfrm>
        </p:spPr>
        <p:txBody>
          <a:bodyPr/>
          <a:lstStyle/>
          <a:p>
            <a:fld id="{81C379B3-3585-4FAF-BD63-57B9BB47E12C}" type="datetime1">
              <a:rPr lang="en-US" smtClean="0"/>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055523" y="1126457"/>
            <a:ext cx="750320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7625555"/>
      </p:ext>
    </p:extLst>
  </p:cSld>
  <p:clrMapOvr>
    <a:masterClrMapping/>
  </p:clrMapOvr>
  <p:hf sldNum="0"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14EE7FE5-A250-423F-B9E1-3EE5D07A8055}"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574308722"/>
      </p:ext>
    </p:extLst>
  </p:cSld>
  <p:clrMapOvr>
    <a:masterClrMapping/>
  </p:clrMapOvr>
  <p:hf sldNum="0"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15467"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15467" y="215823"/>
            <a:ext cx="1899259" cy="338328"/>
          </a:xfrm>
        </p:spPr>
        <p:txBody>
          <a:bodyPr/>
          <a:lstStyle>
            <a:lvl1pPr>
              <a:defRPr>
                <a:solidFill>
                  <a:schemeClr val="tx1"/>
                </a:solidFill>
                <a:effectLst/>
              </a:defRPr>
            </a:lvl1pPr>
          </a:lstStyle>
          <a:p>
            <a:fld id="{14EE7FE5-A250-423F-B9E1-3EE5D07A8055}"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6650" y="215823"/>
            <a:ext cx="538545" cy="338328"/>
          </a:xfrm>
        </p:spPr>
        <p:txBody>
          <a:body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1" y="1181100"/>
            <a:ext cx="8356833"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15467" y="3646713"/>
            <a:ext cx="2505264" cy="272868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289947"/>
      </p:ext>
    </p:extLst>
  </p:cSld>
  <p:clrMapOvr>
    <a:masterClrMapping/>
  </p:clrMapOvr>
  <p:hf sldNum="0" hdr="0" ftr="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48B2456C-66BE-435E-8059-3A9CD55F29F9}"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685358234"/>
      </p:ext>
    </p:extLst>
  </p:cSld>
  <p:clrMapOvr>
    <a:masterClrMapping/>
  </p:clrMapOvr>
  <p:hf sldNum="0" hdr="0" ft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r>
              <a:rPr lang="en-US"/>
              <a:t>Smart Hiring Made Simple​</a:t>
            </a:r>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17409D93-5111-4952-AC4F-FA1AE909A4B8}"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0799514"/>
      </p:ext>
    </p:extLst>
  </p:cSld>
  <p:clrMapOvr>
    <a:masterClrMapping/>
  </p:clrMapOvr>
  <p:hf sldNum="0" hdr="0" ft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77906" y="1115568"/>
            <a:ext cx="3608254" cy="138958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47915"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7905" y="219456"/>
            <a:ext cx="1586711" cy="338328"/>
          </a:xfrm>
        </p:spPr>
        <p:txBody>
          <a:bodyPr/>
          <a:lstStyle>
            <a:lvl1pPr>
              <a:defRPr>
                <a:solidFill>
                  <a:schemeClr val="tx1"/>
                </a:solidFill>
                <a:effectLst/>
              </a:defRPr>
            </a:lvl1pPr>
          </a:lstStyle>
          <a:p>
            <a:fld id="{990D2F5B-FA0B-4BE5-A43F-B1BC737359C6}"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A63D2D48-CE58-FD80-93F7-B87C97B90403}"/>
              </a:ext>
            </a:extLst>
          </p:cNvPr>
          <p:cNvSpPr>
            <a:spLocks noGrp="1"/>
          </p:cNvSpPr>
          <p:nvPr>
            <p:ph type="pic" sz="quarter" idx="15" hasCustomPrompt="1"/>
          </p:nvPr>
        </p:nvSpPr>
        <p:spPr>
          <a:xfrm>
            <a:off x="0" y="1181100"/>
            <a:ext cx="7336219"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777904" y="2705100"/>
            <a:ext cx="3608255" cy="3733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9971139"/>
      </p:ext>
    </p:extLst>
  </p:cSld>
  <p:clrMapOvr>
    <a:masterClrMapping/>
  </p:clrMapOvr>
  <p:hf sldNum="0" hdr="0" ft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A43E10B2-AFF3-4A4A-BC83-5BB137C878CB}"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3253384"/>
      </p:ext>
    </p:extLst>
  </p:cSld>
  <p:clrMapOvr>
    <a:masterClrMapping/>
  </p:clrMapOvr>
  <p:hf sldNum="0" hdr="0" ft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099" y="1115568"/>
            <a:ext cx="4643555" cy="160020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478874"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67399" y="208604"/>
            <a:ext cx="2450799" cy="338328"/>
          </a:xfrm>
        </p:spPr>
        <p:txBody>
          <a:bodyPr/>
          <a:lstStyle>
            <a:lvl1pPr>
              <a:defRPr>
                <a:solidFill>
                  <a:schemeClr val="tx1"/>
                </a:solidFill>
                <a:effectLst/>
              </a:defRPr>
            </a:lvl1pPr>
          </a:lstStyle>
          <a:p>
            <a:fld id="{03D817FD-3A47-446D-9853-4CD5CA57130C}"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5964766" y="1181100"/>
            <a:ext cx="5352086" cy="2615648"/>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867398" y="4055164"/>
            <a:ext cx="5449453" cy="2193236"/>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7134347"/>
      </p:ext>
    </p:extLst>
  </p:cSld>
  <p:clrMapOvr>
    <a:masterClrMapping/>
  </p:clrMapOvr>
  <p:hf sldNum="0" hdr="0" ft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C1935215-257D-4F50-AF56-70E3294947FA}"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682498099"/>
      </p:ext>
    </p:extLst>
  </p:cSld>
  <p:clrMapOvr>
    <a:masterClrMapping/>
  </p:clrMapOvr>
  <p:hf sldNum="0" hdr="0" ft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2B0E3CDF-6E7C-4C67-B567-8606B07963A0}"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0860466"/>
      </p:ext>
    </p:extLst>
  </p:cSld>
  <p:clrMapOvr>
    <a:masterClrMapping/>
  </p:clrMapOvr>
  <p:hf sldNum="0" hdr="0" ft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3" y="1106780"/>
            <a:ext cx="8286147"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3449057" y="4159154"/>
            <a:ext cx="8742943" cy="2698845"/>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870853827"/>
      </p:ext>
    </p:extLst>
  </p:cSld>
  <p:clrMapOvr>
    <a:masterClrMapping/>
  </p:clrMapOvr>
  <p:hf sldNum="0" hdr="0" ftr="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4" y="1106780"/>
            <a:ext cx="8408066"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1" y="4159154"/>
            <a:ext cx="12192000" cy="26988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310164473"/>
      </p:ext>
    </p:extLst>
  </p:cSld>
  <p:clrMapOvr>
    <a:masterClrMapping/>
  </p:clrMapOvr>
  <p:hf sldNum="0" hdr="0" ft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5060FE60-4389-4D8B-84BB-900FC000024C}"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852135740"/>
      </p:ext>
    </p:extLst>
  </p:cSld>
  <p:clrMapOvr>
    <a:masterClrMapping/>
  </p:clrMapOvr>
  <p:hf sldNum="0" hdr="0" ftr="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1602" y="1115568"/>
            <a:ext cx="6931698" cy="1002834"/>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4154" y="216914"/>
            <a:ext cx="2703777"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884825" y="216914"/>
            <a:ext cx="2338650" cy="338328"/>
          </a:xfrm>
        </p:spPr>
        <p:txBody>
          <a:bodyPr/>
          <a:lstStyle/>
          <a:p>
            <a:fld id="{CDFDD458-C945-484A-9891-FE9FDA97486D}"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010" y="216914"/>
            <a:ext cx="557090"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21601" y="2133600"/>
            <a:ext cx="6931699" cy="4305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66075FF6-E149-1A82-B924-97E715A8DF4E}"/>
              </a:ext>
            </a:extLst>
          </p:cNvPr>
          <p:cNvSpPr>
            <a:spLocks noGrp="1"/>
          </p:cNvSpPr>
          <p:nvPr>
            <p:ph type="pic" sz="quarter" idx="15" hasCustomPrompt="1"/>
          </p:nvPr>
        </p:nvSpPr>
        <p:spPr>
          <a:xfrm>
            <a:off x="7982262" y="1184555"/>
            <a:ext cx="4209738" cy="56734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751743387"/>
      </p:ext>
    </p:extLst>
  </p:cSld>
  <p:clrMapOvr>
    <a:masterClrMapping/>
  </p:clrMapOvr>
  <p:hf sldNum="0" hdr="0" ftr="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3496809" cy="30707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562100" cy="338328"/>
          </a:xfrm>
        </p:spPr>
        <p:txBody>
          <a:bodyPr/>
          <a:lstStyle/>
          <a:p>
            <a:fld id="{94725937-D428-4BAE-A05C-202DA13E49D5}"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4429695" y="1193656"/>
            <a:ext cx="3962400" cy="5664344"/>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823960" y="1122776"/>
            <a:ext cx="2717800" cy="53161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0926036"/>
      </p:ext>
    </p:extLst>
  </p:cSld>
  <p:clrMapOvr>
    <a:masterClrMapping/>
  </p:clrMapOvr>
  <p:hf sldNum="0" hdr="0" ftr="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2515758" cy="29464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lvl1pPr>
              <a:defRPr>
                <a:solidFill>
                  <a:schemeClr val="tx1"/>
                </a:solidFill>
                <a:effectLst/>
              </a:defRPr>
            </a:lvl1p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2399" y="214858"/>
            <a:ext cx="1718441" cy="338328"/>
          </a:xfrm>
        </p:spPr>
        <p:txBody>
          <a:bodyPr/>
          <a:lstStyle/>
          <a:p>
            <a:fld id="{709FB1D6-B85F-447E-8712-A80ECD75AAB1}"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1696" y="214858"/>
            <a:ext cx="538520"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798" y="1104900"/>
            <a:ext cx="3756213" cy="51435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FAC86244-A1E7-A69F-206A-B47C58B746B0}"/>
              </a:ext>
            </a:extLst>
          </p:cNvPr>
          <p:cNvSpPr>
            <a:spLocks noGrp="1"/>
          </p:cNvSpPr>
          <p:nvPr>
            <p:ph type="pic" sz="quarter" idx="15" hasCustomPrompt="1"/>
          </p:nvPr>
        </p:nvSpPr>
        <p:spPr>
          <a:xfrm>
            <a:off x="7843347" y="1181100"/>
            <a:ext cx="4348653" cy="5676899"/>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577167632"/>
      </p:ext>
    </p:extLst>
  </p:cSld>
  <p:clrMapOvr>
    <a:masterClrMapping/>
  </p:clrMapOvr>
  <p:hf sldNum="0" hdr="0" ftr="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3712639"/>
      </p:ext>
    </p:extLst>
  </p:cSld>
  <p:clrMapOvr>
    <a:masterClrMapping/>
  </p:clrMapOvr>
  <p:hf sldNum="0" hdr="0" ftr="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BFCE55E5-7E1C-4243-A685-91A6EB8BE97F}"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9937526"/>
      </p:ext>
    </p:extLst>
  </p:cSld>
  <p:clrMapOvr>
    <a:masterClrMapping/>
  </p:clrMapOvr>
  <p:hf sldNum="0" hdr="0" ftr="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userDrawn="1"/>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15AFD96D-C3CB-4F44-8CE3-582861660F11}" type="datetime1">
              <a:rPr lang="en-US" smtClean="0"/>
              <a:pPr/>
              <a:t>3/1/2026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a:t>XX%</a:t>
            </a:r>
          </a:p>
        </p:txBody>
      </p:sp>
    </p:spTree>
    <p:extLst>
      <p:ext uri="{BB962C8B-B14F-4D97-AF65-F5344CB8AC3E}">
        <p14:creationId xmlns:p14="http://schemas.microsoft.com/office/powerpoint/2010/main" val="2407166864"/>
      </p:ext>
    </p:extLst>
  </p:cSld>
  <p:clrMapOvr>
    <a:masterClrMapping/>
  </p:clrMapOvr>
  <p:hf sldNum="0" hdr="0" ftr="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586A49A-95E2-7B45-57DD-762AFFF194F3}"/>
              </a:ext>
            </a:extLst>
          </p:cNvPr>
          <p:cNvPicPr>
            <a:picLocks noChangeAspect="1"/>
          </p:cNvPicPr>
          <p:nvPr userDrawn="1"/>
        </p:nvPicPr>
        <p:blipFill>
          <a:blip r:embed="rId2">
            <a:extLst>
              <a:ext uri="{28A0092B-C50C-407E-A947-70E740481C1C}">
                <a14:useLocalDpi xmlns:a14="http://schemas.microsoft.com/office/drawing/2010/main" val="0"/>
              </a:ext>
            </a:extLst>
          </a:blip>
          <a:srcRect l="5172" t="-1" r="2873" b="7130"/>
          <a:stretch>
            <a:fillRect/>
          </a:stretch>
        </p:blipFill>
        <p:spPr>
          <a:xfrm rot="10800000" flipH="1" flipV="1">
            <a:off x="0" y="-1"/>
            <a:ext cx="12192000" cy="6855178"/>
          </a:xfrm>
          <a:prstGeom prst="rect">
            <a:avLst/>
          </a:prstGeom>
        </p:spPr>
      </p:pic>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32393" y="5144654"/>
            <a:ext cx="5435008" cy="1294246"/>
          </a:xfrm>
        </p:spPr>
        <p:txBody>
          <a:bodyPr vert="horz" lIns="91440" tIns="45720" rIns="91440" bIns="45720" rtlCol="0" anchor="b">
            <a:normAutofit/>
          </a:bodyPr>
          <a:lstStyle>
            <a:lvl1pPr>
              <a:lnSpc>
                <a:spcPct val="100000"/>
              </a:lnSpc>
              <a:defRPr lang="en-US" sz="2000" spc="-50" baseline="0" dirty="0">
                <a:solidFill>
                  <a:schemeClr val="tx1"/>
                </a:solidFill>
              </a:defRPr>
            </a:lvl1pPr>
          </a:lstStyle>
          <a:p>
            <a:pPr lvl="0"/>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1"/>
                </a:solidFill>
              </a:defRPr>
            </a:lvl1pPr>
          </a:lstStyle>
          <a:p>
            <a:fld id="{C860BA8B-5FF3-49A6-9895-94F61A8CE576}" type="datetime1">
              <a:rPr lang="en-US" smtClean="0"/>
              <a:pPr/>
              <a:t>3/1/2026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0" name="Content Placeholder 9">
            <a:extLst>
              <a:ext uri="{FF2B5EF4-FFF2-40B4-BE49-F238E27FC236}">
                <a16:creationId xmlns:a16="http://schemas.microsoft.com/office/drawing/2014/main" id="{53AAB847-04D8-7C24-A07E-65F280B26D5E}"/>
              </a:ext>
            </a:extLst>
          </p:cNvPr>
          <p:cNvSpPr>
            <a:spLocks noGrp="1"/>
          </p:cNvSpPr>
          <p:nvPr>
            <p:ph sz="quarter" idx="14" hasCustomPrompt="1"/>
          </p:nvPr>
        </p:nvSpPr>
        <p:spPr>
          <a:xfrm>
            <a:off x="344488" y="552450"/>
            <a:ext cx="11498262" cy="3937000"/>
          </a:xfrm>
        </p:spPr>
        <p:txBody>
          <a:bodyPr anchor="b"/>
          <a:lstStyle>
            <a:lvl1pPr>
              <a:defRPr sz="27500"/>
            </a:lvl1pPr>
          </a:lstStyle>
          <a:p>
            <a:pPr lvl="0"/>
            <a:r>
              <a:rPr lang="en-US"/>
              <a:t>##%</a:t>
            </a:r>
          </a:p>
        </p:txBody>
      </p:sp>
    </p:spTree>
    <p:extLst>
      <p:ext uri="{BB962C8B-B14F-4D97-AF65-F5344CB8AC3E}">
        <p14:creationId xmlns:p14="http://schemas.microsoft.com/office/powerpoint/2010/main" val="767139995"/>
      </p:ext>
    </p:extLst>
  </p:cSld>
  <p:clrMapOvr>
    <a:masterClrMapping/>
  </p:clrMapOvr>
  <p:hf sldNum="0" hdr="0" ftr="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6" name="Picture 5" descr="A purple and black background&#10;&#10;AI-generated content may be incorrect.">
            <a:extLst>
              <a:ext uri="{FF2B5EF4-FFF2-40B4-BE49-F238E27FC236}">
                <a16:creationId xmlns:a16="http://schemas.microsoft.com/office/drawing/2014/main" id="{C39E5039-4CEB-24E7-A2E7-F7D46B2D8B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98"/>
            <a:ext cx="12223173" cy="6881646"/>
          </a:xfrm>
          <a:prstGeom prst="rect">
            <a:avLst/>
          </a:prstGeom>
        </p:spPr>
      </p:pic>
      <p:sp>
        <p:nvSpPr>
          <p:cNvPr id="9" name="Title 8">
            <a:extLst>
              <a:ext uri="{FF2B5EF4-FFF2-40B4-BE49-F238E27FC236}">
                <a16:creationId xmlns:a16="http://schemas.microsoft.com/office/drawing/2014/main" id="{E50697A7-9277-BB02-6AE2-42676133D65C}"/>
              </a:ext>
            </a:extLst>
          </p:cNvPr>
          <p:cNvSpPr>
            <a:spLocks noGrp="1"/>
          </p:cNvSpPr>
          <p:nvPr>
            <p:ph type="title"/>
          </p:nvPr>
        </p:nvSpPr>
        <p:spPr>
          <a:xfrm>
            <a:off x="7772400" y="802640"/>
            <a:ext cx="4000500" cy="1137920"/>
          </a:xfrm>
        </p:spPr>
        <p:txBody>
          <a:bodyPr/>
          <a:lstStyle>
            <a:lvl1pPr>
              <a:defRPr sz="2400" spc="-5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1DDFA7E-E414-422B-ACFF-8C3D6A1A67FB}" type="datetime1">
              <a:rPr lang="en-US" smtClean="0"/>
              <a:pPr/>
              <a:t>3/1/2026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2C871739-B2C5-FF57-BBD7-3F61A35A3F34}"/>
              </a:ext>
            </a:extLst>
          </p:cNvPr>
          <p:cNvSpPr>
            <a:spLocks noGrp="1"/>
          </p:cNvSpPr>
          <p:nvPr>
            <p:ph sz="quarter" idx="14" hasCustomPrompt="1"/>
          </p:nvPr>
        </p:nvSpPr>
        <p:spPr>
          <a:xfrm>
            <a:off x="358775" y="2684463"/>
            <a:ext cx="11414125" cy="4411662"/>
          </a:xfrm>
        </p:spPr>
        <p:txBody>
          <a:bodyPr lIns="0" tIns="0" rIns="0" bIns="0" anchor="b"/>
          <a:lstStyle>
            <a:lvl1pPr>
              <a:lnSpc>
                <a:spcPct val="85000"/>
              </a:lnSpc>
              <a:defRPr sz="30500" spc="-100" baseline="0">
                <a:solidFill>
                  <a:schemeClr val="tx1"/>
                </a:solidFill>
              </a:defRPr>
            </a:lvl1pPr>
          </a:lstStyle>
          <a:p>
            <a:pPr lvl="0"/>
            <a:r>
              <a:rPr lang="en-US"/>
              <a:t>##%</a:t>
            </a:r>
          </a:p>
        </p:txBody>
      </p:sp>
    </p:spTree>
    <p:extLst>
      <p:ext uri="{BB962C8B-B14F-4D97-AF65-F5344CB8AC3E}">
        <p14:creationId xmlns:p14="http://schemas.microsoft.com/office/powerpoint/2010/main" val="2997601011"/>
      </p:ext>
    </p:extLst>
  </p:cSld>
  <p:clrMapOvr>
    <a:masterClrMapping/>
  </p:clrMapOvr>
  <p:hf sldNum="0" hdr="0" ftr="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userDrawn="1"/>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4800153"/>
      </p:ext>
    </p:extLst>
  </p:cSld>
  <p:clrMapOvr>
    <a:masterClrMapping/>
  </p:clrMapOvr>
  <p:hf sldNum="0" hdr="0" ftr="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8" name="Picture 7" descr="A red and purple light&#10;&#10;AI-generated content may be incorrect.">
            <a:extLst>
              <a:ext uri="{FF2B5EF4-FFF2-40B4-BE49-F238E27FC236}">
                <a16:creationId xmlns:a16="http://schemas.microsoft.com/office/drawing/2014/main" id="{2424DF04-0206-4859-9FB9-6A2579527E12}"/>
              </a:ext>
            </a:extLst>
          </p:cNvPr>
          <p:cNvPicPr>
            <a:picLocks noChangeAspect="1"/>
          </p:cNvPicPr>
          <p:nvPr userDrawn="1"/>
        </p:nvPicPr>
        <p:blipFill>
          <a:blip r:embed="rId2">
            <a:extLst>
              <a:ext uri="{28A0092B-C50C-407E-A947-70E740481C1C}">
                <a14:useLocalDpi xmlns:a14="http://schemas.microsoft.com/office/drawing/2010/main" val="0"/>
              </a:ext>
            </a:extLst>
          </a:blip>
          <a:srcRect l="2078" t="38163" r="27927" b="1091"/>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352800" y="219456"/>
            <a:ext cx="2726376" cy="338328"/>
          </a:xfrm>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20200" y="219456"/>
            <a:ext cx="1522740" cy="338328"/>
          </a:xfrm>
        </p:spPr>
        <p:txBody>
          <a:bodyPr/>
          <a:lstStyle>
            <a:lvl1pPr>
              <a:defRPr>
                <a:solidFill>
                  <a:schemeClr val="tx1"/>
                </a:solidFill>
              </a:defRPr>
            </a:lvl1pPr>
          </a:lstStyle>
          <a:p>
            <a:fld id="{3DB68620-47AE-4F32-A04B-1342501F877C}" type="datetime1">
              <a:rPr lang="en-US" smtClean="0"/>
              <a:pPr/>
              <a:t>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352800" y="1405719"/>
            <a:ext cx="7353300" cy="4012442"/>
          </a:xfrm>
        </p:spPr>
        <p:txBody>
          <a:bodyPr anchor="t">
            <a:normAutofit/>
          </a:bodyPr>
          <a:lstStyle>
            <a:lvl1pPr marL="0" indent="0">
              <a:lnSpc>
                <a:spcPct val="85000"/>
              </a:lnSpc>
              <a:buNone/>
              <a:defRPr sz="5400" b="0" spc="-50" baseline="0">
                <a:solidFill>
                  <a:schemeClr val="tx1"/>
                </a:solidFill>
              </a:defRPr>
            </a:lvl1pPr>
            <a:lvl2pPr marL="228600" indent="0">
              <a:lnSpc>
                <a:spcPct val="85000"/>
              </a:lnSpc>
              <a:buNone/>
              <a:defRPr sz="4800" b="0" spc="-50" baseline="0">
                <a:solidFill>
                  <a:schemeClr val="tx1"/>
                </a:solidFill>
              </a:defRPr>
            </a:lvl2pPr>
            <a:lvl3pPr marL="457200" indent="0">
              <a:lnSpc>
                <a:spcPct val="85000"/>
              </a:lnSpc>
              <a:buNone/>
              <a:defRPr sz="44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6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2362714"/>
      </p:ext>
    </p:extLst>
  </p:cSld>
  <p:clrMapOvr>
    <a:masterClrMapping/>
  </p:clrMapOvr>
  <p:hf sldNum="0" hdr="0" ftr="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06D2715B-CAEE-9AAB-7191-D98012435C15}"/>
              </a:ext>
            </a:extLst>
          </p:cNvPr>
          <p:cNvPicPr>
            <a:picLocks noChangeAspect="1"/>
          </p:cNvPicPr>
          <p:nvPr userDrawn="1"/>
        </p:nvPicPr>
        <p:blipFill>
          <a:blip r:embed="rId2">
            <a:extLst>
              <a:ext uri="{28A0092B-C50C-407E-A947-70E740481C1C}">
                <a14:useLocalDpi xmlns:a14="http://schemas.microsoft.com/office/drawing/2010/main" val="0"/>
              </a:ext>
            </a:extLst>
          </a:blip>
          <a:srcRect l="1125" r="1125" b="21235"/>
          <a:stretch>
            <a:fillRect/>
          </a:stretch>
        </p:blipFill>
        <p:spPr>
          <a:xfrm rot="10800000">
            <a:off x="0" y="875"/>
            <a:ext cx="12192000" cy="685712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838700" y="214858"/>
            <a:ext cx="2726376" cy="338328"/>
          </a:xfrm>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0A8EBD6-625B-484B-BC25-3573CF53D407}" type="datetime1">
              <a:rPr lang="en-US" smtClean="0"/>
              <a:pPr/>
              <a:t>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838700" y="1740023"/>
            <a:ext cx="6310269" cy="4637725"/>
          </a:xfrm>
        </p:spPr>
        <p:txBody>
          <a:bodyPr anchor="b">
            <a:normAutofit/>
          </a:bodyPr>
          <a:lstStyle>
            <a:lvl1pPr marL="0" indent="0">
              <a:lnSpc>
                <a:spcPct val="85000"/>
              </a:lnSpc>
              <a:buNone/>
              <a:defRPr sz="4800" b="0" spc="-50" baseline="0">
                <a:solidFill>
                  <a:schemeClr val="tx1"/>
                </a:solidFill>
              </a:defRPr>
            </a:lvl1pPr>
            <a:lvl2pPr marL="228600" indent="0">
              <a:lnSpc>
                <a:spcPct val="85000"/>
              </a:lnSpc>
              <a:buNone/>
              <a:defRPr sz="4000" b="0" spc="-50" baseline="0">
                <a:solidFill>
                  <a:schemeClr val="tx1"/>
                </a:solidFill>
              </a:defRPr>
            </a:lvl2pPr>
            <a:lvl3pPr marL="457200" indent="0">
              <a:lnSpc>
                <a:spcPct val="85000"/>
              </a:lnSpc>
              <a:buNone/>
              <a:defRPr sz="3200" b="0" spc="-50" baseline="0">
                <a:solidFill>
                  <a:schemeClr val="tx1"/>
                </a:solidFill>
              </a:defRPr>
            </a:lvl3pPr>
            <a:lvl4pPr marL="685800" indent="0">
              <a:lnSpc>
                <a:spcPct val="85000"/>
              </a:lnSpc>
              <a:buNone/>
              <a:defRPr sz="2800" b="0" spc="-50" baseline="0">
                <a:solidFill>
                  <a:schemeClr val="tx1"/>
                </a:solidFill>
              </a:defRPr>
            </a:lvl4pPr>
            <a:lvl5pPr marL="914400" indent="0">
              <a:lnSpc>
                <a:spcPct val="85000"/>
              </a:lnSpc>
              <a:buNone/>
              <a:defRPr sz="24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5794183"/>
      </p:ext>
    </p:extLst>
  </p:cSld>
  <p:clrMapOvr>
    <a:masterClrMapping/>
  </p:clrMapOvr>
  <p:hf sldNum="0" hdr="0" ftr="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133600"/>
            <a:ext cx="9393641" cy="4305299"/>
          </a:xfrm>
        </p:spPr>
        <p:txBody>
          <a:bodyPr anchor="b">
            <a:normAutofit/>
          </a:bodyPr>
          <a:lstStyle>
            <a:lvl1pPr marL="0" indent="0">
              <a:lnSpc>
                <a:spcPct val="85000"/>
              </a:lnSpc>
              <a:buNone/>
              <a:defRPr sz="7200" b="0" spc="-50" baseline="0">
                <a:solidFill>
                  <a:schemeClr val="tx1"/>
                </a:solidFill>
              </a:defRPr>
            </a:lvl1pPr>
            <a:lvl2pPr marL="228600" indent="0">
              <a:lnSpc>
                <a:spcPct val="85000"/>
              </a:lnSpc>
              <a:buNone/>
              <a:defRPr sz="5400" b="0" spc="-50" baseline="0">
                <a:solidFill>
                  <a:schemeClr val="tx1"/>
                </a:solidFill>
              </a:defRPr>
            </a:lvl2pPr>
            <a:lvl3pPr marL="457200" indent="0">
              <a:lnSpc>
                <a:spcPct val="85000"/>
              </a:lnSpc>
              <a:buNone/>
              <a:defRPr sz="4800" b="0" spc="-50" baseline="0">
                <a:solidFill>
                  <a:schemeClr val="tx1"/>
                </a:solidFill>
              </a:defRPr>
            </a:lvl3pPr>
            <a:lvl4pPr marL="685800" indent="0">
              <a:lnSpc>
                <a:spcPct val="85000"/>
              </a:lnSpc>
              <a:buNone/>
              <a:defRPr sz="4400" b="0" spc="-50" baseline="0">
                <a:solidFill>
                  <a:schemeClr val="tx1"/>
                </a:solidFill>
              </a:defRPr>
            </a:lvl4pPr>
            <a:lvl5pPr marL="914400" indent="0">
              <a:lnSpc>
                <a:spcPct val="85000"/>
              </a:lnSpc>
              <a:buNone/>
              <a:defRPr sz="40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0602640"/>
      </p:ext>
    </p:extLst>
  </p:cSld>
  <p:clrMapOvr>
    <a:masterClrMapping/>
  </p:clrMapOvr>
  <p:hf sldNum="0" hdr="0" ftr="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userDrawn="1"/>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403F4C9-1C82-4616-8D26-0B0587291200}" type="datetime1">
              <a:rPr lang="en-US" smtClean="0"/>
              <a:pPr/>
              <a:t>3/1/2026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570329594"/>
      </p:ext>
    </p:extLst>
  </p:cSld>
  <p:clrMapOvr>
    <a:masterClrMapping/>
  </p:clrMapOvr>
  <p:hf sldNum="0" hdr="0" ftr="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pic>
        <p:nvPicPr>
          <p:cNvPr id="10" name="Picture 9" descr="A black background with a red and yellow light&#10;&#10;AI-generated content may be incorrect.">
            <a:extLst>
              <a:ext uri="{FF2B5EF4-FFF2-40B4-BE49-F238E27FC236}">
                <a16:creationId xmlns:a16="http://schemas.microsoft.com/office/drawing/2014/main" id="{027268CA-0348-F6FC-5FB0-87BADE436A7E}"/>
              </a:ext>
            </a:extLst>
          </p:cNvPr>
          <p:cNvPicPr>
            <a:picLocks noChangeAspect="1"/>
          </p:cNvPicPr>
          <p:nvPr userDrawn="1"/>
        </p:nvPicPr>
        <p:blipFill>
          <a:blip r:embed="rId2">
            <a:extLst>
              <a:ext uri="{28A0092B-C50C-407E-A947-70E740481C1C}">
                <a14:useLocalDpi xmlns:a14="http://schemas.microsoft.com/office/drawing/2010/main" val="0"/>
              </a:ext>
            </a:extLst>
          </a:blip>
          <a:srcRect l="4682" r="20481"/>
          <a:stretch>
            <a:fillRect/>
          </a:stretch>
        </p:blipFill>
        <p:spPr>
          <a:xfrm rot="5400000" flipH="1">
            <a:off x="2667001" y="-2667001"/>
            <a:ext cx="6858000" cy="12192001"/>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32392" y="5226427"/>
            <a:ext cx="8382001" cy="837861"/>
          </a:xfrm>
        </p:spPr>
        <p:txBody>
          <a:bodyPr anchor="t">
            <a:normAutofit/>
          </a:bodyPr>
          <a:lstStyle>
            <a:lvl1pPr>
              <a:lnSpc>
                <a:spcPct val="90000"/>
              </a:lnSpc>
              <a:defRPr sz="1400" b="0" cap="all" spc="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DCC6FE3-E805-41B1-96EC-B0B83218C881}" type="datetime1">
              <a:rPr lang="en-US" smtClean="0"/>
              <a:pPr/>
              <a:t>3/1/2026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32392" y="2017401"/>
            <a:ext cx="8368707" cy="2981163"/>
          </a:xfrm>
        </p:spPr>
        <p:txBody>
          <a:bodyPr anchor="t">
            <a:normAutofit/>
          </a:bodyPr>
          <a:lstStyle>
            <a:lvl1pPr marL="164592" indent="-164592">
              <a:lnSpc>
                <a:spcPct val="90000"/>
              </a:lnSpc>
              <a:spcBef>
                <a:spcPts val="0"/>
              </a:spcBef>
              <a:buFont typeface="Arial" panose="020B0604020202020204" pitchFamily="34" charset="0"/>
              <a:buNone/>
              <a:defRPr sz="46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757067246"/>
      </p:ext>
    </p:extLst>
  </p:cSld>
  <p:clrMapOvr>
    <a:masterClrMapping/>
  </p:clrMapOvr>
  <p:hf sldNum="0" hdr="0" ft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9" name="Picture 8" descr="A colorful light on a black background&#10;&#10;AI-generated content may be incorrect.">
            <a:extLst>
              <a:ext uri="{FF2B5EF4-FFF2-40B4-BE49-F238E27FC236}">
                <a16:creationId xmlns:a16="http://schemas.microsoft.com/office/drawing/2014/main" id="{F0687863-E84B-D6E2-6049-AF65BB1972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115568"/>
            <a:ext cx="12192000" cy="5742432"/>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53982" y="5029200"/>
            <a:ext cx="8347118" cy="713232"/>
          </a:xfrm>
        </p:spPr>
        <p:txBody>
          <a:bodyPr anchor="t">
            <a:normAutofit/>
          </a:bodyPr>
          <a:lstStyle>
            <a:lvl1pPr>
              <a:lnSpc>
                <a:spcPct val="90000"/>
              </a:lnSpc>
              <a:defRPr sz="1400" b="0" cap="all" spc="-5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5DBB5726-A743-47D1-86E4-46BB349D0446}" type="datetime1">
              <a:rPr lang="en-US" smtClean="0"/>
              <a:pPr/>
              <a:t>3/1/2026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53982" y="1115568"/>
            <a:ext cx="8347118"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1696931058"/>
      </p:ext>
    </p:extLst>
  </p:cSld>
  <p:clrMapOvr>
    <a:masterClrMapping/>
  </p:clrMapOvr>
  <p:hf sldNum="0" hdr="0" ft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4">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2439AE8-E053-A902-BEE2-9CECF6AEA2F1}"/>
              </a:ext>
            </a:extLst>
          </p:cNvPr>
          <p:cNvPicPr>
            <a:picLocks noChangeAspect="1"/>
          </p:cNvPicPr>
          <p:nvPr userDrawn="1"/>
        </p:nvPicPr>
        <p:blipFill>
          <a:blip r:embed="rId2">
            <a:extLst>
              <a:ext uri="{28A0092B-C50C-407E-A947-70E740481C1C}">
                <a14:useLocalDpi xmlns:a14="http://schemas.microsoft.com/office/drawing/2010/main" val="0"/>
              </a:ext>
            </a:extLst>
          </a:blip>
          <a:srcRect l="-7769" t="8943" r="104" b="13677"/>
          <a:stretch>
            <a:fillRect/>
          </a:stretch>
        </p:blipFill>
        <p:spPr>
          <a:xfrm>
            <a:off x="0" y="0"/>
            <a:ext cx="12192000" cy="6857125"/>
          </a:xfrm>
          <a:prstGeom prst="rect">
            <a:avLst/>
          </a:prstGeom>
        </p:spPr>
      </p:pic>
      <p:sp>
        <p:nvSpPr>
          <p:cNvPr id="9" name="Title 8">
            <a:extLst>
              <a:ext uri="{FF2B5EF4-FFF2-40B4-BE49-F238E27FC236}">
                <a16:creationId xmlns:a16="http://schemas.microsoft.com/office/drawing/2014/main" id="{FDFF10A2-0E03-73DB-5224-98043612F7A3}"/>
              </a:ext>
            </a:extLst>
          </p:cNvPr>
          <p:cNvSpPr>
            <a:spLocks noGrp="1"/>
          </p:cNvSpPr>
          <p:nvPr>
            <p:ph type="title" hasCustomPrompt="1"/>
          </p:nvPr>
        </p:nvSpPr>
        <p:spPr>
          <a:xfrm>
            <a:off x="420791" y="5151120"/>
            <a:ext cx="5446609" cy="806517"/>
          </a:xfrm>
        </p:spPr>
        <p:txBody>
          <a:bodyPr anchor="ctr"/>
          <a:lstStyle>
            <a:lvl1pPr>
              <a:defRPr sz="140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F4F47579-571B-45A3-BDCA-E2964689F659}" type="datetime1">
              <a:rPr lang="en-US" smtClean="0"/>
              <a:pPr/>
              <a:t>3/1/2026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501541"/>
            <a:ext cx="7342632" cy="3397064"/>
          </a:xfrm>
        </p:spPr>
        <p:txBody>
          <a:bodyPr anchor="ctr">
            <a:normAutofit/>
          </a:bodyPr>
          <a:lstStyle>
            <a:lvl1pPr marL="164592" indent="-164592">
              <a:lnSpc>
                <a:spcPct val="95000"/>
              </a:lnSpc>
              <a:spcBef>
                <a:spcPts val="0"/>
              </a:spcBef>
              <a:buFont typeface="Arial" panose="020B0604020202020204" pitchFamily="34" charset="0"/>
              <a:buNone/>
              <a:defRPr sz="43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1675892323"/>
      </p:ext>
    </p:extLst>
  </p:cSld>
  <p:clrMapOvr>
    <a:masterClrMapping/>
  </p:clrMapOvr>
  <p:hf sldNum="0" hdr="0" ft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671787"/>
            <a:ext cx="7179129" cy="1028700"/>
          </a:xfrm>
        </p:spPr>
        <p:txBody>
          <a:bodyPr anchor="ctr">
            <a:normAutofit/>
          </a:bodyPr>
          <a:lstStyle>
            <a:lvl1pPr algn="ctr">
              <a:lnSpc>
                <a:spcPct val="12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926E2CA6-CB6A-465C-BAA7-384FD497485D}" type="datetime1">
              <a:rPr lang="en-US" smtClean="0"/>
              <a:pPr/>
              <a:t>3/1/2026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5" y="1623265"/>
            <a:ext cx="7179130" cy="3048522"/>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1623073855"/>
      </p:ext>
    </p:extLst>
  </p:cSld>
  <p:clrMapOvr>
    <a:masterClrMapping/>
  </p:clrMapOvr>
  <p:hf sldNum="0" hdr="0" ft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38C42AE-61C6-458B-86C3-22D39A5E8956}" type="datetime1">
              <a:rPr lang="en-US" smtClean="0"/>
              <a:pPr/>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1642354"/>
      </p:ext>
    </p:extLst>
  </p:cSld>
  <p:clrMapOvr>
    <a:masterClrMapping/>
  </p:clrMapOvr>
  <p:hf sldNum="0" hdr="0" ft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83D71BEE-9C65-4D84-970B-0B47E929926B}" type="datetime1">
              <a:rPr lang="en-US" smtClean="0"/>
              <a:pPr/>
              <a:t>3/1/2026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0983874"/>
      </p:ext>
    </p:extLst>
  </p:cSld>
  <p:clrMapOvr>
    <a:masterClrMapping/>
  </p:clrMapOvr>
  <p:hf sldNum="0" hdr="0" ftr="0"/>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9AFCF02-D35E-46A4-B7A1-1A2B81F8D932}" type="datetime1">
              <a:rPr lang="en-US" smtClean="0"/>
              <a:pPr/>
              <a:t>3/1/2026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186729462"/>
      </p:ext>
    </p:extLst>
  </p:cSld>
  <p:clrMapOvr>
    <a:masterClrMapping/>
  </p:clrMapOvr>
  <p:hf sldNum="0" hdr="0" ftr="0"/>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A57AF51-4D04-4E0C-B33D-81940CAB4B07}" type="datetime1">
              <a:rPr lang="en-US" smtClean="0"/>
              <a:pPr/>
              <a:t>3/1/2026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287932528"/>
      </p:ext>
    </p:extLst>
  </p:cSld>
  <p:clrMapOvr>
    <a:masterClrMapping/>
  </p:clrMapOvr>
  <p:hf sldNum="0" hdr="0" ftr="0"/>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32393" y="1115568"/>
            <a:ext cx="3363393" cy="13716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4838700" y="214858"/>
            <a:ext cx="1485900" cy="338328"/>
          </a:xfrm>
        </p:spPr>
        <p:txBody>
          <a:bodyPr/>
          <a:lstStyle>
            <a:lvl1pPr>
              <a:defRPr>
                <a:solidFill>
                  <a:schemeClr val="tx1"/>
                </a:solidFill>
              </a:defRPr>
            </a:lvl1pPr>
          </a:lstStyle>
          <a:p>
            <a:fld id="{91495C13-5B9F-4AD1-A2E2-FB0B577AF6CA}" type="datetime1">
              <a:rPr lang="en-US" smtClean="0"/>
              <a:pPr/>
              <a:t>3/1/2026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32393" y="2563585"/>
            <a:ext cx="3363393" cy="3684815"/>
          </a:xfrm>
        </p:spPr>
        <p:txBody>
          <a:bodyPr anchor="b">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38700" y="1104900"/>
            <a:ext cx="6934200" cy="5201282"/>
          </a:xfrm>
        </p:spPr>
        <p:txBody>
          <a:bodyPr vert="horz" lIns="91440" tIns="45720" rIns="91440" bIns="45720" rtlCol="0">
            <a:normAutofit/>
          </a:bodyPr>
          <a:lstStyle>
            <a:lvl1pPr>
              <a:defRPr lang="en-US" sz="1400" dirty="0">
                <a:solidFill>
                  <a:schemeClr val="tx1"/>
                </a:solidFill>
              </a:defRPr>
            </a:lvl1pPr>
            <a:lvl2pPr>
              <a:defRPr lang="en-US" sz="1200" dirty="0">
                <a:solidFill>
                  <a:schemeClr val="tx1"/>
                </a:solidFill>
              </a:defRPr>
            </a:lvl2pPr>
            <a:lvl3pPr>
              <a:defRPr lang="en-US" sz="12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9867172"/>
      </p:ext>
    </p:extLst>
  </p:cSld>
  <p:clrMapOvr>
    <a:masterClrMapping/>
  </p:clrMapOvr>
  <p:hf sldNum="0" hdr="0" ftr="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1104901"/>
            <a:ext cx="2932434" cy="16002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29768" y="219456"/>
            <a:ext cx="2016929" cy="338328"/>
          </a:xfrm>
        </p:spPr>
        <p:txBody>
          <a:bodyPr/>
          <a:lstStyle>
            <a:lvl1pPr>
              <a:defRPr>
                <a:solidFill>
                  <a:schemeClr val="tx1"/>
                </a:solidFill>
              </a:defRPr>
            </a:lvl1pPr>
          </a:lstStyle>
          <a:p>
            <a:r>
              <a:rPr lang="en-US"/>
              <a:t>Smart Hiring Made Simple​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4838700" y="219456"/>
            <a:ext cx="1429845" cy="338328"/>
          </a:xfrm>
        </p:spPr>
        <p:txBody>
          <a:bodyPr/>
          <a:lstStyle>
            <a:lvl1pPr>
              <a:defRPr>
                <a:solidFill>
                  <a:schemeClr val="tx1"/>
                </a:solidFill>
              </a:defRPr>
            </a:lvl1pPr>
          </a:lstStyle>
          <a:p>
            <a:fld id="{4D189146-EED2-4B95-95A3-EC3C7CBF180D}" type="datetime1">
              <a:rPr lang="en-US" smtClean="0"/>
              <a:pPr/>
              <a:t>3/1/2026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287593" y="216280"/>
            <a:ext cx="560633"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866900" y="3345180"/>
            <a:ext cx="2620859" cy="3093720"/>
          </a:xfrm>
        </p:spPr>
        <p:txBody>
          <a:bodyPr anchor="b">
            <a:normAutofit/>
          </a:bodyPr>
          <a:lstStyle>
            <a:lvl1pPr marL="0" indent="0" algn="r">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3A723B90-4D46-48FC-60FC-714099462E4C}"/>
              </a:ext>
            </a:extLst>
          </p:cNvPr>
          <p:cNvSpPr>
            <a:spLocks noGrp="1"/>
          </p:cNvSpPr>
          <p:nvPr>
            <p:ph type="pic" idx="1" hasCustomPrompt="1"/>
          </p:nvPr>
        </p:nvSpPr>
        <p:spPr>
          <a:xfrm>
            <a:off x="4924129" y="1104900"/>
            <a:ext cx="7267870" cy="5753100"/>
          </a:xfrm>
          <a:custGeom>
            <a:avLst/>
            <a:gdLst>
              <a:gd name="connsiteX0" fmla="*/ 0 w 7353300"/>
              <a:gd name="connsiteY0" fmla="*/ 0 h 5901550"/>
              <a:gd name="connsiteX1" fmla="*/ 7353300 w 7353300"/>
              <a:gd name="connsiteY1" fmla="*/ 0 h 5901550"/>
              <a:gd name="connsiteX2" fmla="*/ 7353300 w 7353300"/>
              <a:gd name="connsiteY2" fmla="*/ 5901550 h 5901550"/>
              <a:gd name="connsiteX3" fmla="*/ 0 w 7353300"/>
              <a:gd name="connsiteY3" fmla="*/ 5901550 h 5901550"/>
            </a:gdLst>
            <a:ahLst/>
            <a:cxnLst>
              <a:cxn ang="0">
                <a:pos x="connsiteX0" y="connsiteY0"/>
              </a:cxn>
              <a:cxn ang="0">
                <a:pos x="connsiteX1" y="connsiteY1"/>
              </a:cxn>
              <a:cxn ang="0">
                <a:pos x="connsiteX2" y="connsiteY2"/>
              </a:cxn>
              <a:cxn ang="0">
                <a:pos x="connsiteX3" y="connsiteY3"/>
              </a:cxn>
            </a:cxnLst>
            <a:rect l="l" t="t" r="r" b="b"/>
            <a:pathLst>
              <a:path w="7353300" h="5901550">
                <a:moveTo>
                  <a:pt x="0" y="0"/>
                </a:moveTo>
                <a:lnTo>
                  <a:pt x="7353300" y="0"/>
                </a:lnTo>
                <a:lnTo>
                  <a:pt x="7353300" y="5901550"/>
                </a:lnTo>
                <a:lnTo>
                  <a:pt x="0" y="5901550"/>
                </a:lnTo>
                <a:close/>
              </a:path>
            </a:pathLst>
          </a:custGeom>
          <a:blipFill dpi="0" rotWithShape="1">
            <a:blip r:embed="rId2">
              <a:alphaModFix amt="60000"/>
            </a:blip>
            <a:srcRect/>
            <a:stretch>
              <a:fillRect/>
            </a:stretch>
          </a:blipFill>
        </p:spPr>
        <p:txBody>
          <a:bodyPr wrap="square">
            <a:noAutofit/>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247530678"/>
      </p:ext>
    </p:extLst>
  </p:cSld>
  <p:clrMapOvr>
    <a:masterClrMapping/>
  </p:clrMapOvr>
  <p:hf sldNum="0" hdr="0" ftr="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DABFCF2-BE01-43CB-85B3-49CC0FE55050}"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0982593"/>
      </p:ext>
    </p:extLst>
  </p:cSld>
  <p:clrMapOvr>
    <a:masterClrMapping/>
  </p:clrMapOvr>
  <p:hf sldNum="0" hdr="0" ftr="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119A0F5-9D15-4E68-95BA-31AD4F5D84D0}"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8203002"/>
      </p:ext>
    </p:extLst>
  </p:cSld>
  <p:clrMapOvr>
    <a:masterClrMapping/>
  </p:clrMapOvr>
  <p:hf sldNum="0" hdr="0" ftr="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F288AF9F-2338-4040-A485-373B8EC8151E}" type="datetime1">
              <a:rPr lang="en-US" smtClean="0"/>
              <a:pPr/>
              <a:t>3/1/2026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989359972"/>
      </p:ext>
    </p:extLst>
  </p:cSld>
  <p:clrMap bg1="dk1" tx1="lt1" bg2="dk2" tx2="lt2" accent1="accent1" accent2="accent2" accent3="accent3" accent4="accent4" accent5="accent5" accent6="accent6" hlink="hlink" folHlink="folHlink"/>
  <p:sldLayoutIdLst>
    <p:sldLayoutId id="2147483656" r:id="rId1"/>
    <p:sldLayoutId id="2147483652" r:id="rId2"/>
    <p:sldLayoutId id="2147483733" r:id="rId3"/>
    <p:sldLayoutId id="2147483657" r:id="rId4"/>
    <p:sldLayoutId id="2147483744" r:id="rId5"/>
    <p:sldLayoutId id="2147483658" r:id="rId6"/>
    <p:sldLayoutId id="2147483732" r:id="rId7"/>
    <p:sldLayoutId id="2147483741" r:id="rId8"/>
    <p:sldLayoutId id="2147483760" r:id="rId9"/>
    <p:sldLayoutId id="2147483745" r:id="rId10"/>
    <p:sldLayoutId id="2147483654" r:id="rId11"/>
    <p:sldLayoutId id="2147483759" r:id="rId12"/>
    <p:sldLayoutId id="2147483707" r:id="rId13"/>
    <p:sldLayoutId id="2147483659" r:id="rId14"/>
    <p:sldLayoutId id="2147483764" r:id="rId15"/>
    <p:sldLayoutId id="2147483660" r:id="rId16"/>
    <p:sldLayoutId id="2147483765" r:id="rId17"/>
    <p:sldLayoutId id="2147483661" r:id="rId18"/>
    <p:sldLayoutId id="2147483662" r:id="rId19"/>
    <p:sldLayoutId id="2147483742" r:id="rId20"/>
    <p:sldLayoutId id="2147483746" r:id="rId21"/>
    <p:sldLayoutId id="2147483664" r:id="rId22"/>
    <p:sldLayoutId id="2147483663" r:id="rId23"/>
    <p:sldLayoutId id="2147483743" r:id="rId24"/>
    <p:sldLayoutId id="2147483666" r:id="rId25"/>
    <p:sldLayoutId id="2147483769" r:id="rId26"/>
    <p:sldLayoutId id="2147483676" r:id="rId27"/>
    <p:sldLayoutId id="2147483758" r:id="rId28"/>
    <p:sldLayoutId id="2147483680" r:id="rId29"/>
    <p:sldLayoutId id="2147483734" r:id="rId30"/>
    <p:sldLayoutId id="2147483671" r:id="rId31"/>
    <p:sldLayoutId id="2147483751" r:id="rId32"/>
    <p:sldLayoutId id="2147483675" r:id="rId33"/>
    <p:sldLayoutId id="2147483703" r:id="rId34"/>
    <p:sldLayoutId id="2147483752" r:id="rId35"/>
    <p:sldLayoutId id="2147483737" r:id="rId36"/>
    <p:sldLayoutId id="2147483753" r:id="rId37"/>
    <p:sldLayoutId id="2147483674" r:id="rId38"/>
    <p:sldLayoutId id="2147483702" r:id="rId39"/>
    <p:sldLayoutId id="2147483670" r:id="rId40"/>
    <p:sldLayoutId id="2147483735" r:id="rId41"/>
    <p:sldLayoutId id="2147483669" r:id="rId42"/>
    <p:sldLayoutId id="2147483682" r:id="rId43"/>
    <p:sldLayoutId id="2147483719" r:id="rId44"/>
    <p:sldLayoutId id="2147483686" r:id="rId45"/>
    <p:sldLayoutId id="2147483720" r:id="rId46"/>
    <p:sldLayoutId id="2147483768" r:id="rId47"/>
    <p:sldLayoutId id="2147483710" r:id="rId48"/>
    <p:sldLayoutId id="2147483729" r:id="rId49"/>
    <p:sldLayoutId id="2147483730" r:id="rId50"/>
    <p:sldLayoutId id="2147483713" r:id="rId51"/>
    <p:sldLayoutId id="2147483693" r:id="rId52"/>
    <p:sldLayoutId id="2147483690" r:id="rId53"/>
    <p:sldLayoutId id="2147483726" r:id="rId54"/>
    <p:sldLayoutId id="2147483691" r:id="rId55"/>
    <p:sldLayoutId id="2147483694" r:id="rId56"/>
    <p:sldLayoutId id="2147483695" r:id="rId57"/>
    <p:sldLayoutId id="2147483696" r:id="rId58"/>
    <p:sldLayoutId id="2147483697" r:id="rId59"/>
    <p:sldLayoutId id="2147483698" r:id="rId60"/>
    <p:sldLayoutId id="2147483699" r:id="rId61"/>
    <p:sldLayoutId id="2147483700" r:id="rId62"/>
    <p:sldLayoutId id="2147483701" r:id="rId63"/>
  </p:sldLayoutIdLst>
  <p:hf sldNum="0" hdr="0" ftr="0"/>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userDrawn="1">
          <p15:clr>
            <a:srgbClr val="F26B43"/>
          </p15:clr>
        </p15:guide>
        <p15:guide id="4" orient="horz" pos="264" userDrawn="1">
          <p15:clr>
            <a:srgbClr val="F26B43"/>
          </p15:clr>
        </p15:guide>
        <p15:guide id="5" pos="7416" userDrawn="1">
          <p15:clr>
            <a:srgbClr val="F26B43"/>
          </p15:clr>
        </p15:guide>
        <p15:guide id="12" pos="4632" userDrawn="1">
          <p15:clr>
            <a:srgbClr val="F26B43"/>
          </p15:clr>
        </p15:guide>
        <p15:guide id="13" pos="5544" userDrawn="1">
          <p15:clr>
            <a:srgbClr val="F26B43"/>
          </p15:clr>
        </p15:guide>
        <p15:guide id="26" pos="2784" userDrawn="1">
          <p15:clr>
            <a:srgbClr val="F26B43"/>
          </p15:clr>
        </p15:guide>
        <p15:guide id="27" pos="3048" userDrawn="1">
          <p15:clr>
            <a:srgbClr val="F26B43"/>
          </p15:clr>
        </p15:guide>
        <p15:guide id="29" pos="3960" userDrawn="1">
          <p15:clr>
            <a:srgbClr val="F26B43"/>
          </p15:clr>
        </p15:guide>
        <p15:guide id="30" pos="1176" userDrawn="1">
          <p15:clr>
            <a:srgbClr val="F26B43"/>
          </p15:clr>
        </p15:guide>
        <p15:guide id="31" pos="912" userDrawn="1">
          <p15:clr>
            <a:srgbClr val="F26B43"/>
          </p15:clr>
        </p15:guide>
        <p15:guide id="32" pos="3696" userDrawn="1">
          <p15:clr>
            <a:srgbClr val="F26B43"/>
          </p15:clr>
        </p15:guide>
        <p15:guide id="33" pos="1848" userDrawn="1">
          <p15:clr>
            <a:srgbClr val="F26B43"/>
          </p15:clr>
        </p15:guide>
        <p15:guide id="34" pos="2112" userDrawn="1">
          <p15:clr>
            <a:srgbClr val="F26B43"/>
          </p15:clr>
        </p15:guide>
        <p15:guide id="36" pos="6528" userDrawn="1">
          <p15:clr>
            <a:srgbClr val="F26B43"/>
          </p15:clr>
        </p15:guide>
        <p15:guide id="37" pos="6744" userDrawn="1">
          <p15:clr>
            <a:srgbClr val="F26B43"/>
          </p15:clr>
        </p15:guide>
        <p15:guide id="42"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bhaumikgohel/Recruitment-Screening-Agent/blob/main/Presentation_Outline.md" TargetMode="External"/><Relationship Id="rId2" Type="http://schemas.openxmlformats.org/officeDocument/2006/relationships/hyperlink" Target="https://recruitment-screening-agent.vercel.ap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7EA4D2C-4D5C-AC28-D8CC-859AFF9DBC48}"/>
              </a:ext>
            </a:extLst>
          </p:cNvPr>
          <p:cNvSpPr>
            <a:spLocks noGrp="1"/>
          </p:cNvSpPr>
          <p:nvPr>
            <p:ph type="ctrTitle"/>
          </p:nvPr>
        </p:nvSpPr>
        <p:spPr>
          <a:xfrm>
            <a:off x="3505257" y="852540"/>
            <a:ext cx="7806845" cy="2762187"/>
          </a:xfrm>
        </p:spPr>
        <p:txBody>
          <a:bodyPr/>
          <a:lstStyle/>
          <a:p>
            <a:r>
              <a:rPr lang="en-US"/>
              <a:t>Presentation </a:t>
            </a:r>
            <a:br>
              <a:rPr lang="en-US"/>
            </a:br>
            <a:r>
              <a:rPr lang="en-US">
                <a:solidFill>
                  <a:srgbClr val="FFFFFF"/>
                </a:solidFill>
                <a:latin typeface="Neue Haas Grotesk Text Pro"/>
              </a:rPr>
              <a:t>Candidate Screening Agent</a:t>
            </a:r>
          </a:p>
        </p:txBody>
      </p:sp>
      <p:sp>
        <p:nvSpPr>
          <p:cNvPr id="10" name="TextBox 9">
            <a:extLst>
              <a:ext uri="{FF2B5EF4-FFF2-40B4-BE49-F238E27FC236}">
                <a16:creationId xmlns:a16="http://schemas.microsoft.com/office/drawing/2014/main" id="{8F224582-569D-3CF7-1E58-AC0F061318A9}"/>
              </a:ext>
            </a:extLst>
          </p:cNvPr>
          <p:cNvSpPr txBox="1"/>
          <p:nvPr/>
        </p:nvSpPr>
        <p:spPr>
          <a:xfrm>
            <a:off x="3504326" y="3610684"/>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Transforming Recruitment with AI-Powered Screening</a:t>
            </a:r>
          </a:p>
          <a:p>
            <a:pPr algn="ctr"/>
            <a:endParaRPr lang="en-US"/>
          </a:p>
        </p:txBody>
      </p:sp>
      <p:sp>
        <p:nvSpPr>
          <p:cNvPr id="3" name="TextBox 2">
            <a:extLst>
              <a:ext uri="{FF2B5EF4-FFF2-40B4-BE49-F238E27FC236}">
                <a16:creationId xmlns:a16="http://schemas.microsoft.com/office/drawing/2014/main" id="{F597B8BB-D345-6D4E-8B39-2989F0CF7EC3}"/>
              </a:ext>
            </a:extLst>
          </p:cNvPr>
          <p:cNvSpPr txBox="1"/>
          <p:nvPr/>
        </p:nvSpPr>
        <p:spPr>
          <a:xfrm>
            <a:off x="3504325" y="4063765"/>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Developed by Using Antigravity + KIMI Code</a:t>
            </a:r>
          </a:p>
        </p:txBody>
      </p:sp>
    </p:spTree>
    <p:extLst>
      <p:ext uri="{BB962C8B-B14F-4D97-AF65-F5344CB8AC3E}">
        <p14:creationId xmlns:p14="http://schemas.microsoft.com/office/powerpoint/2010/main" val="1489048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8A9E-2B45-DAEF-A5CA-49AE88C90DFB}"/>
              </a:ext>
            </a:extLst>
          </p:cNvPr>
          <p:cNvSpPr>
            <a:spLocks noGrp="1"/>
          </p:cNvSpPr>
          <p:nvPr>
            <p:ph type="title"/>
          </p:nvPr>
        </p:nvSpPr>
        <p:spPr/>
        <p:txBody>
          <a:bodyPr>
            <a:normAutofit/>
          </a:bodyPr>
          <a:lstStyle/>
          <a:p>
            <a:r>
              <a:rPr lang="en-US" sz="4000"/>
              <a:t>Process</a:t>
            </a:r>
          </a:p>
        </p:txBody>
      </p:sp>
      <p:sp>
        <p:nvSpPr>
          <p:cNvPr id="4" name="Date Placeholder 3">
            <a:extLst>
              <a:ext uri="{FF2B5EF4-FFF2-40B4-BE49-F238E27FC236}">
                <a16:creationId xmlns:a16="http://schemas.microsoft.com/office/drawing/2014/main" id="{75902153-C1C8-06C4-1D0F-7782E3ED9A23}"/>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4C878656-E944-C085-9ED9-B1DDDBCD70EF}"/>
              </a:ext>
            </a:extLst>
          </p:cNvPr>
          <p:cNvSpPr>
            <a:spLocks noGrp="1"/>
          </p:cNvSpPr>
          <p:nvPr>
            <p:ph idx="1"/>
          </p:nvPr>
        </p:nvSpPr>
        <p:spPr>
          <a:xfrm>
            <a:off x="262404" y="1987463"/>
            <a:ext cx="11132381" cy="4305300"/>
          </a:xfrm>
        </p:spPr>
        <p:txBody>
          <a:bodyPr vert="horz" lIns="91440" tIns="45720" rIns="91440" bIns="45720" rtlCol="0" anchor="t">
            <a:normAutofit/>
          </a:bodyPr>
          <a:lstStyle/>
          <a:p>
            <a:pPr marL="285750" indent="-285750">
              <a:buChar char="•"/>
            </a:pPr>
            <a:r>
              <a:rPr lang="en-US" sz="2400" dirty="0"/>
              <a:t>HR Published The Requirement Through Different Portals, </a:t>
            </a:r>
            <a:endParaRPr lang="en-US"/>
          </a:p>
          <a:p>
            <a:pPr marL="285750" indent="-285750">
              <a:buChar char="•"/>
            </a:pPr>
            <a:r>
              <a:rPr lang="en-US" sz="2400" dirty="0"/>
              <a:t>Candidate Apply On That Requirement and Then Resume Come To The HR And HR Looking Into The Resume As Per The Job Description, If Resume Matched With Job Description, That Resume Forward To The Next Round Or Sort Listed As Per HR / Company Criteria.</a:t>
            </a:r>
            <a:endParaRPr lang="en-US"/>
          </a:p>
          <a:p>
            <a:pPr marL="285750" indent="-285750">
              <a:buChar char="•"/>
            </a:pPr>
            <a:r>
              <a:rPr lang="en-US" sz="2400" dirty="0"/>
              <a:t>HR Will Contact Within 2 To 3 Days to Candidate Via mail, What's App And Other platform.</a:t>
            </a:r>
          </a:p>
          <a:p>
            <a:pPr marL="285750" indent="-285750">
              <a:buChar char="•"/>
            </a:pPr>
            <a:endParaRPr lang="en-US"/>
          </a:p>
          <a:p>
            <a:pPr marL="285750" indent="-285750">
              <a:buChar char="•"/>
            </a:pPr>
            <a:endParaRPr lang="en-US"/>
          </a:p>
          <a:p>
            <a:pPr marL="285750" indent="-285750">
              <a:buChar char="•"/>
            </a:pPr>
            <a:endParaRPr lang="en-US"/>
          </a:p>
        </p:txBody>
      </p:sp>
    </p:spTree>
    <p:extLst>
      <p:ext uri="{BB962C8B-B14F-4D97-AF65-F5344CB8AC3E}">
        <p14:creationId xmlns:p14="http://schemas.microsoft.com/office/powerpoint/2010/main" val="2810132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4959A-9545-79CC-3832-AE3C38188A66}"/>
              </a:ext>
            </a:extLst>
          </p:cNvPr>
          <p:cNvSpPr>
            <a:spLocks noGrp="1"/>
          </p:cNvSpPr>
          <p:nvPr>
            <p:ph type="title"/>
          </p:nvPr>
        </p:nvSpPr>
        <p:spPr/>
        <p:txBody>
          <a:bodyPr>
            <a:normAutofit/>
          </a:bodyPr>
          <a:lstStyle/>
          <a:p>
            <a:r>
              <a:rPr lang="en-US" sz="4000"/>
              <a:t>Current Problems</a:t>
            </a:r>
          </a:p>
        </p:txBody>
      </p:sp>
      <p:sp>
        <p:nvSpPr>
          <p:cNvPr id="4" name="Date Placeholder 3">
            <a:extLst>
              <a:ext uri="{FF2B5EF4-FFF2-40B4-BE49-F238E27FC236}">
                <a16:creationId xmlns:a16="http://schemas.microsoft.com/office/drawing/2014/main" id="{C05348A1-61FC-B4AE-9667-4A6FA15F1537}"/>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E423B6F7-7514-917C-4D19-92A4B960E079}"/>
              </a:ext>
            </a:extLst>
          </p:cNvPr>
          <p:cNvSpPr>
            <a:spLocks noGrp="1"/>
          </p:cNvSpPr>
          <p:nvPr>
            <p:ph idx="1"/>
          </p:nvPr>
        </p:nvSpPr>
        <p:spPr>
          <a:xfrm>
            <a:off x="429417" y="1820450"/>
            <a:ext cx="9931971" cy="4618450"/>
          </a:xfrm>
        </p:spPr>
        <p:txBody>
          <a:bodyPr vert="horz" lIns="91440" tIns="45720" rIns="91440" bIns="45720" rtlCol="0" anchor="t">
            <a:normAutofit fontScale="92500" lnSpcReduction="20000"/>
          </a:bodyPr>
          <a:lstStyle/>
          <a:p>
            <a:pPr marL="285750" indent="-285750">
              <a:buChar char="•"/>
            </a:pPr>
            <a:r>
              <a:rPr lang="en-US" sz="2400" b="1" dirty="0"/>
              <a:t>Time Consuming</a:t>
            </a:r>
          </a:p>
          <a:p>
            <a:pPr marL="514350" indent="-285750">
              <a:buFont typeface="Courier New,monospace" panose="020B0604020202020204" pitchFamily="34" charset="0"/>
              <a:buChar char="o"/>
            </a:pPr>
            <a:r>
              <a:rPr lang="en-US" sz="1800" dirty="0"/>
              <a:t>HR spends 20-30 minutes per resume review </a:t>
            </a:r>
          </a:p>
          <a:p>
            <a:pPr marL="514350" lvl="1" indent="-285750">
              <a:buFont typeface="Courier New,monospace" panose="020B0604020202020204" pitchFamily="34" charset="0"/>
              <a:buChar char="o"/>
            </a:pPr>
            <a:r>
              <a:rPr lang="en-US" sz="1800" dirty="0"/>
              <a:t>Manual skill matching is tedious – HR Matching SKILLS Manually is Tedious</a:t>
            </a:r>
          </a:p>
          <a:p>
            <a:pPr lvl="1"/>
            <a:endParaRPr lang="en-US" sz="1800"/>
          </a:p>
          <a:p>
            <a:pPr marL="285750" indent="-285750">
              <a:buFont typeface="Arial" panose="020B0604020202020204" pitchFamily="34" charset="0"/>
              <a:buChar char="•"/>
            </a:pPr>
            <a:r>
              <a:rPr lang="en-US" sz="2400" b="1" dirty="0"/>
              <a:t>Inconsistent Screening</a:t>
            </a:r>
          </a:p>
          <a:p>
            <a:pPr marL="742950" lvl="1" indent="-285750">
              <a:buFont typeface="Courier New" panose="020B0604020202020204" pitchFamily="34" charset="0"/>
              <a:buChar char="o"/>
            </a:pPr>
            <a:r>
              <a:rPr lang="en-US" sz="1800" dirty="0"/>
              <a:t>Different HRs evaluate differently - Different HR people evaluate the same candidate differently.</a:t>
            </a:r>
            <a:endParaRPr lang="en-US" sz="1800" dirty="0">
              <a:ea typeface="+mn-lt"/>
              <a:cs typeface="+mn-lt"/>
            </a:endParaRPr>
          </a:p>
          <a:p>
            <a:pPr marL="457200" lvl="1"/>
            <a:endParaRPr lang="en-US" sz="1800"/>
          </a:p>
          <a:p>
            <a:pPr marL="285750" indent="-285750">
              <a:buFont typeface="Arial" panose="020B0604020202020204" pitchFamily="34" charset="0"/>
              <a:buChar char="•"/>
            </a:pPr>
            <a:r>
              <a:rPr lang="en-US" sz="2400" b="1" dirty="0"/>
              <a:t>Poor Candidate Management</a:t>
            </a:r>
          </a:p>
          <a:p>
            <a:pPr marL="742950" lvl="1" indent="-285750">
              <a:spcBef>
                <a:spcPts val="1000"/>
              </a:spcBef>
              <a:buFont typeface="Courier New" panose="020B0604020202020204" pitchFamily="34" charset="0"/>
              <a:buChar char="o"/>
            </a:pPr>
            <a:r>
              <a:rPr lang="en-US" sz="1800" dirty="0"/>
              <a:t>Resumes lost in email threads – Resumes get lost in email threads. There's no visibility of where each candidate stands in the pipeline.</a:t>
            </a:r>
          </a:p>
          <a:p>
            <a:pPr marL="742950" lvl="1" indent="-285750">
              <a:spcBef>
                <a:spcPts val="1000"/>
              </a:spcBef>
              <a:buFont typeface="Courier New" panose="020B0604020202020204" pitchFamily="34" charset="0"/>
              <a:buChar char="o"/>
            </a:pPr>
            <a:r>
              <a:rPr lang="en-US" sz="1800" dirty="0"/>
              <a:t>Difficult to track interview feedback</a:t>
            </a:r>
            <a:endParaRPr lang="en-US" dirty="0"/>
          </a:p>
          <a:p>
            <a:pPr marL="742950" lvl="1" indent="-285750">
              <a:buFont typeface="Courier New" panose="020B0604020202020204" pitchFamily="34" charset="0"/>
              <a:buChar char="o"/>
            </a:pPr>
            <a:endParaRPr lang="en-US" sz="1800"/>
          </a:p>
          <a:p>
            <a:pPr marL="742950" lvl="1" indent="-285750">
              <a:buFont typeface="Courier New" panose="020B0604020202020204" pitchFamily="34" charset="0"/>
              <a:buChar char="o"/>
            </a:pPr>
            <a:endParaRPr lang="en-US" sz="1800"/>
          </a:p>
          <a:p>
            <a:pPr marL="285750" indent="-285750">
              <a:buFont typeface="Arial" panose="020B0604020202020204" pitchFamily="34" charset="0"/>
              <a:buChar char="•"/>
            </a:pPr>
            <a:endParaRPr lang="en-US" sz="1800"/>
          </a:p>
          <a:p>
            <a:pPr lvl="1"/>
            <a:endParaRPr lang="en-US"/>
          </a:p>
          <a:p>
            <a:pPr lvl="1"/>
            <a:endParaRPr lang="en-US"/>
          </a:p>
        </p:txBody>
      </p:sp>
    </p:spTree>
    <p:extLst>
      <p:ext uri="{BB962C8B-B14F-4D97-AF65-F5344CB8AC3E}">
        <p14:creationId xmlns:p14="http://schemas.microsoft.com/office/powerpoint/2010/main" val="1217126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148C7-90C0-638F-7338-773B37F3A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5BFC64-9D4F-490C-6B72-BDA212D7A382}"/>
              </a:ext>
            </a:extLst>
          </p:cNvPr>
          <p:cNvSpPr>
            <a:spLocks noGrp="1"/>
          </p:cNvSpPr>
          <p:nvPr>
            <p:ph type="title"/>
          </p:nvPr>
        </p:nvSpPr>
        <p:spPr/>
        <p:txBody>
          <a:bodyPr>
            <a:normAutofit/>
          </a:bodyPr>
          <a:lstStyle/>
          <a:p>
            <a:r>
              <a:rPr lang="en-US" sz="4000"/>
              <a:t>Current Problems</a:t>
            </a:r>
          </a:p>
        </p:txBody>
      </p:sp>
      <p:sp>
        <p:nvSpPr>
          <p:cNvPr id="4" name="Date Placeholder 3">
            <a:extLst>
              <a:ext uri="{FF2B5EF4-FFF2-40B4-BE49-F238E27FC236}">
                <a16:creationId xmlns:a16="http://schemas.microsoft.com/office/drawing/2014/main" id="{BFBD83A6-2FF5-3883-DD0C-8CB7603F0B82}"/>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2505DA37-FD1E-4CD8-995A-E973345259A9}"/>
              </a:ext>
            </a:extLst>
          </p:cNvPr>
          <p:cNvSpPr>
            <a:spLocks noGrp="1"/>
          </p:cNvSpPr>
          <p:nvPr>
            <p:ph idx="1"/>
          </p:nvPr>
        </p:nvSpPr>
        <p:spPr/>
        <p:txBody>
          <a:bodyPr vert="horz" lIns="91440" tIns="45720" rIns="91440" bIns="45720" rtlCol="0" anchor="t">
            <a:normAutofit/>
          </a:bodyPr>
          <a:lstStyle/>
          <a:p>
            <a:pPr marL="285750" indent="-285750">
              <a:buFont typeface="Arial,Sans-Serif" panose="020B0604020202020204" pitchFamily="34" charset="0"/>
              <a:buChar char="•"/>
            </a:pPr>
            <a:r>
              <a:rPr lang="en-US" sz="2400" b="1" dirty="0"/>
              <a:t>Communication Gaps</a:t>
            </a:r>
          </a:p>
          <a:p>
            <a:pPr marL="800100" lvl="1" indent="-342900">
              <a:buFont typeface="Courier New,monospace" panose="020B0604020202020204" pitchFamily="34" charset="0"/>
              <a:buChar char="o"/>
            </a:pPr>
            <a:r>
              <a:rPr lang="en-US" sz="1700" dirty="0"/>
              <a:t>Hard to share feedback with team - HR has to switch between multiple apps just to contact candidates. Information is scattered everywhere.</a:t>
            </a:r>
          </a:p>
          <a:p>
            <a:pPr marL="514350" lvl="1" indent="-285750">
              <a:buFont typeface="Courier New,monospace" panose="020B0604020202020204" pitchFamily="34" charset="0"/>
              <a:buChar char="o"/>
            </a:pPr>
            <a:endParaRPr lang="en-US" sz="1600"/>
          </a:p>
          <a:p>
            <a:pPr marL="285750" indent="-285750">
              <a:buFont typeface="Arial" panose="020B0604020202020204" pitchFamily="34" charset="0"/>
              <a:buChar char="•"/>
            </a:pPr>
            <a:endParaRPr lang="en-US" sz="2400" b="1"/>
          </a:p>
        </p:txBody>
      </p:sp>
    </p:spTree>
    <p:extLst>
      <p:ext uri="{BB962C8B-B14F-4D97-AF65-F5344CB8AC3E}">
        <p14:creationId xmlns:p14="http://schemas.microsoft.com/office/powerpoint/2010/main" val="2203092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54D44-2327-07D7-C0CC-FA66EA50FBE4}"/>
              </a:ext>
            </a:extLst>
          </p:cNvPr>
          <p:cNvSpPr>
            <a:spLocks noGrp="1"/>
          </p:cNvSpPr>
          <p:nvPr>
            <p:ph type="title"/>
          </p:nvPr>
        </p:nvSpPr>
        <p:spPr>
          <a:xfrm>
            <a:off x="431229" y="842113"/>
            <a:ext cx="9931971" cy="563043"/>
          </a:xfrm>
        </p:spPr>
        <p:txBody>
          <a:bodyPr>
            <a:normAutofit fontScale="90000"/>
          </a:bodyPr>
          <a:lstStyle/>
          <a:p>
            <a:r>
              <a:rPr lang="en-US" sz="4000"/>
              <a:t>Example Scenario</a:t>
            </a:r>
          </a:p>
          <a:p>
            <a:endParaRPr lang="en-US"/>
          </a:p>
        </p:txBody>
      </p:sp>
      <p:sp>
        <p:nvSpPr>
          <p:cNvPr id="4" name="Date Placeholder 3">
            <a:extLst>
              <a:ext uri="{FF2B5EF4-FFF2-40B4-BE49-F238E27FC236}">
                <a16:creationId xmlns:a16="http://schemas.microsoft.com/office/drawing/2014/main" id="{59C54C34-0A0C-3890-1CE1-6FD25F132E48}"/>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DB8A94E4-E83C-0E7A-47EA-8E711F9A1EEF}"/>
              </a:ext>
            </a:extLst>
          </p:cNvPr>
          <p:cNvSpPr>
            <a:spLocks noGrp="1"/>
          </p:cNvSpPr>
          <p:nvPr>
            <p:ph idx="1"/>
          </p:nvPr>
        </p:nvSpPr>
        <p:spPr>
          <a:xfrm>
            <a:off x="429417" y="1402150"/>
            <a:ext cx="11150495" cy="5036750"/>
          </a:xfrm>
        </p:spPr>
        <p:txBody>
          <a:bodyPr vert="horz" lIns="91440" tIns="45720" rIns="91440" bIns="45720" rtlCol="0" anchor="t">
            <a:normAutofit/>
          </a:bodyPr>
          <a:lstStyle/>
          <a:p>
            <a:pPr marL="514350" lvl="1" indent="-285750">
              <a:buFont typeface="Arial" panose="020B0604020202020204" pitchFamily="34" charset="0"/>
              <a:buChar char="•"/>
            </a:pPr>
            <a:r>
              <a:rPr lang="en-US" sz="1700" b="1" dirty="0"/>
              <a:t>In Morning:</a:t>
            </a:r>
            <a:endParaRPr lang="en-US" dirty="0"/>
          </a:p>
          <a:p>
            <a:pPr marL="514350" indent="-285750">
              <a:buFont typeface="Arial" panose="020B0604020202020204" pitchFamily="34" charset="0"/>
              <a:buChar char="•"/>
            </a:pPr>
            <a:r>
              <a:rPr lang="en-US" sz="1600" dirty="0"/>
              <a:t>HR receives 30+ resumes for a AI Agent Developer position. She opens the first PDF and starts reading manually. She tries to match skills with the job description. It takes her 15 minutes just to decide suitable or not?.'</a:t>
            </a:r>
          </a:p>
          <a:p>
            <a:pPr marL="514350" lvl="1" indent="-285750">
              <a:buChar char="•"/>
            </a:pPr>
            <a:endParaRPr lang="en-US"/>
          </a:p>
          <a:p>
            <a:pPr marL="514350" lvl="1" indent="-285750">
              <a:buChar char="•"/>
            </a:pPr>
            <a:r>
              <a:rPr lang="en-US" sz="1700" b="1" dirty="0"/>
              <a:t>In Afternoon:</a:t>
            </a:r>
          </a:p>
          <a:p>
            <a:pPr marL="514350" lvl="1" indent="-285750">
              <a:buChar char="•"/>
            </a:pPr>
            <a:r>
              <a:rPr lang="en-US" sz="1600" dirty="0"/>
              <a:t>She can't remember which resumes she already shortlisted. She emails a candidate for an interview - but uses the wrong email thread</a:t>
            </a:r>
          </a:p>
          <a:p>
            <a:pPr marL="514350" lvl="1" indent="-285750">
              <a:buFont typeface="Arial" panose="020B0604020202020204" pitchFamily="34" charset="0"/>
              <a:buChar char="•"/>
            </a:pPr>
            <a:endParaRPr lang="en-US"/>
          </a:p>
          <a:p>
            <a:pPr marL="514350" lvl="1" indent="-285750">
              <a:buFont typeface="Arial" panose="020B0604020202020204" pitchFamily="34" charset="0"/>
              <a:buChar char="•"/>
            </a:pPr>
            <a:endParaRPr lang="en-US" dirty="0"/>
          </a:p>
          <a:p>
            <a:pPr marL="514350" indent="-285750">
              <a:lnSpc>
                <a:spcPct val="100000"/>
              </a:lnSpc>
              <a:spcBef>
                <a:spcPts val="0"/>
              </a:spcBef>
              <a:buChar char="•"/>
            </a:pPr>
            <a:r>
              <a:rPr lang="en-US" sz="1800" b="1" dirty="0"/>
              <a:t>Result:</a:t>
            </a:r>
            <a:endParaRPr lang="en-US" sz="1800" dirty="0"/>
          </a:p>
          <a:p>
            <a:pPr marL="514350" lvl="1" indent="-285750">
              <a:lnSpc>
                <a:spcPct val="100000"/>
              </a:lnSpc>
              <a:spcBef>
                <a:spcPts val="0"/>
              </a:spcBef>
              <a:buFont typeface="Arial,Sans-Serif" panose="020B0604020202020204" pitchFamily="34" charset="0"/>
              <a:buChar char="•"/>
            </a:pPr>
            <a:r>
              <a:rPr lang="en-US" sz="1800" dirty="0">
                <a:latin typeface="Calibri"/>
                <a:ea typeface="Calibri"/>
                <a:cs typeface="Calibri"/>
              </a:rPr>
              <a:t>Three candidates got lost in the process, The wrong candidate got shortlisted.</a:t>
            </a:r>
          </a:p>
          <a:p>
            <a:pPr marL="514350" lvl="1" indent="-285750">
              <a:lnSpc>
                <a:spcPct val="100000"/>
              </a:lnSpc>
              <a:spcBef>
                <a:spcPts val="0"/>
              </a:spcBef>
              <a:buFont typeface="Arial,Sans-Serif" panose="020B0604020202020204" pitchFamily="34" charset="0"/>
              <a:buChar char="•"/>
            </a:pPr>
            <a:r>
              <a:rPr lang="en-US" sz="1800" dirty="0">
                <a:latin typeface="Calibri"/>
                <a:ea typeface="Calibri"/>
                <a:cs typeface="Calibri"/>
              </a:rPr>
              <a:t>she wasted 4 hours on manual work.</a:t>
            </a:r>
          </a:p>
          <a:p>
            <a:pPr marL="285750" indent="-285750">
              <a:lnSpc>
                <a:spcPct val="100000"/>
              </a:lnSpc>
              <a:spcBef>
                <a:spcPts val="0"/>
              </a:spcBef>
              <a:buFont typeface="Arial" panose="020B0604020202020204" pitchFamily="34" charset="0"/>
              <a:buChar char="•"/>
            </a:pPr>
            <a:endParaRPr lang="en-US" sz="1800" dirty="0">
              <a:latin typeface="Calibri"/>
              <a:ea typeface="Calibri"/>
              <a:cs typeface="Calibri"/>
            </a:endParaRPr>
          </a:p>
          <a:p>
            <a:pPr marL="514350" lvl="1" indent="-285750">
              <a:buFont typeface="Arial" panose="020B0604020202020204" pitchFamily="34" charset="0"/>
              <a:buChar char="•"/>
            </a:pPr>
            <a:endParaRPr lang="en-US" dirty="0"/>
          </a:p>
          <a:p>
            <a:pPr marL="514350" lvl="1" indent="-285750">
              <a:buFont typeface="Arial" panose="020B0604020202020204" pitchFamily="34" charset="0"/>
              <a:buChar char="•"/>
            </a:pPr>
            <a:endParaRPr lang="en-US"/>
          </a:p>
        </p:txBody>
      </p:sp>
    </p:spTree>
    <p:extLst>
      <p:ext uri="{BB962C8B-B14F-4D97-AF65-F5344CB8AC3E}">
        <p14:creationId xmlns:p14="http://schemas.microsoft.com/office/powerpoint/2010/main" val="4006462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11482-182D-9A5A-B64A-36C23262454B}"/>
              </a:ext>
            </a:extLst>
          </p:cNvPr>
          <p:cNvSpPr>
            <a:spLocks noGrp="1"/>
          </p:cNvSpPr>
          <p:nvPr>
            <p:ph type="title"/>
          </p:nvPr>
        </p:nvSpPr>
        <p:spPr>
          <a:xfrm>
            <a:off x="431088" y="959051"/>
            <a:ext cx="9942409" cy="876193"/>
          </a:xfrm>
        </p:spPr>
        <p:txBody>
          <a:bodyPr/>
          <a:lstStyle/>
          <a:p>
            <a:r>
              <a:rPr lang="en-US"/>
              <a:t>Purpose of This System - </a:t>
            </a:r>
            <a:r>
              <a:rPr lang="en-US" sz="2400"/>
              <a:t>Why Built This Solution?</a:t>
            </a:r>
            <a:endParaRPr lang="en-US"/>
          </a:p>
          <a:p>
            <a:endParaRPr lang="en-US"/>
          </a:p>
        </p:txBody>
      </p:sp>
      <p:sp>
        <p:nvSpPr>
          <p:cNvPr id="4" name="Date Placeholder 3">
            <a:extLst>
              <a:ext uri="{FF2B5EF4-FFF2-40B4-BE49-F238E27FC236}">
                <a16:creationId xmlns:a16="http://schemas.microsoft.com/office/drawing/2014/main" id="{2E15B1DE-3009-07D7-2340-7BBB5A804C4A}"/>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407C5C38-31FC-5BB5-7876-BC244F4A5894}"/>
              </a:ext>
            </a:extLst>
          </p:cNvPr>
          <p:cNvSpPr>
            <a:spLocks noGrp="1"/>
          </p:cNvSpPr>
          <p:nvPr>
            <p:ph idx="1"/>
          </p:nvPr>
        </p:nvSpPr>
        <p:spPr>
          <a:xfrm>
            <a:off x="429417" y="1736943"/>
            <a:ext cx="11414217" cy="4701957"/>
          </a:xfrm>
        </p:spPr>
        <p:txBody>
          <a:bodyPr vert="horz" lIns="91440" tIns="45720" rIns="91440" bIns="45720" rtlCol="0" anchor="t">
            <a:normAutofit/>
          </a:bodyPr>
          <a:lstStyle/>
          <a:p>
            <a:pPr marL="285750" indent="-285750">
              <a:buChar char="•"/>
            </a:pPr>
            <a:r>
              <a:rPr lang="en-US" sz="1700" dirty="0"/>
              <a:t>To automate and make it easy recruitment process using AI, ensuring fair, fast, and trackable candidate Records.</a:t>
            </a:r>
          </a:p>
          <a:p>
            <a:pPr marL="285750" indent="-285750">
              <a:buChar char="•"/>
            </a:pPr>
            <a:r>
              <a:rPr lang="en-US" sz="1800" b="1" dirty="0"/>
              <a:t>Key Goals:</a:t>
            </a:r>
          </a:p>
          <a:p>
            <a:pPr marL="742950" indent="-285750">
              <a:buFont typeface="Courier New,monospace" panose="020B0604020202020204" pitchFamily="34" charset="0"/>
              <a:buChar char="o"/>
            </a:pPr>
            <a:r>
              <a:rPr lang="en-US" sz="1600" b="1" dirty="0"/>
              <a:t>Save Time</a:t>
            </a:r>
            <a:r>
              <a:rPr lang="en-US" sz="1600" dirty="0"/>
              <a:t> - We can evaluate a candidate in just 2 seconds, compared to 20 minutes manually.</a:t>
            </a:r>
          </a:p>
          <a:p>
            <a:pPr marL="285750" indent="-285750">
              <a:buFont typeface="Arial" panose="020B0604020202020204" pitchFamily="34" charset="0"/>
              <a:buChar char="•"/>
            </a:pPr>
            <a:r>
              <a:rPr lang="en-US" sz="1800" b="1" dirty="0"/>
              <a:t>Better Organization</a:t>
            </a:r>
            <a:endParaRPr lang="en-US" dirty="0"/>
          </a:p>
          <a:p>
            <a:pPr marL="742950" lvl="1" indent="-285750">
              <a:buFont typeface="Courier New,monospace" panose="020B0604020202020204" pitchFamily="34" charset="0"/>
              <a:buChar char="o"/>
            </a:pPr>
            <a:r>
              <a:rPr lang="en-US" sz="1600" dirty="0"/>
              <a:t>We have a visual kanban board for pipeline management. All candidate information is in one place.</a:t>
            </a:r>
            <a:endParaRPr lang="en-US" dirty="0"/>
          </a:p>
          <a:p>
            <a:pPr marL="285750" indent="-285750">
              <a:buFont typeface="Arial" panose="020B0604020202020204" pitchFamily="34" charset="0"/>
              <a:buChar char="•"/>
            </a:pPr>
            <a:r>
              <a:rPr lang="en-US" sz="1800" b="1" dirty="0"/>
              <a:t>Easy Communication</a:t>
            </a:r>
          </a:p>
          <a:p>
            <a:pPr marL="742950" lvl="1" indent="-285750">
              <a:buFont typeface="Courier New" panose="020B0604020202020204" pitchFamily="34" charset="0"/>
              <a:buChar char="o"/>
            </a:pPr>
            <a:r>
              <a:rPr lang="en-US" sz="1600" dirty="0"/>
              <a:t>One-click WhatsApp and Email. Simple.</a:t>
            </a:r>
            <a:endParaRPr lang="en-US" dirty="0"/>
          </a:p>
          <a:p>
            <a:pPr marL="285750" indent="-285750">
              <a:buFont typeface="Arial" panose="020B0604020202020204" pitchFamily="34" charset="0"/>
              <a:buChar char="•"/>
            </a:pPr>
            <a:r>
              <a:rPr lang="en-US" sz="1800" b="1" dirty="0"/>
              <a:t>Prevent Mistakes</a:t>
            </a:r>
          </a:p>
          <a:p>
            <a:pPr marL="742950" lvl="1" indent="-285750">
              <a:buFont typeface="Courier New" panose="020B0604020202020204" pitchFamily="34" charset="0"/>
              <a:buChar char="o"/>
            </a:pPr>
            <a:r>
              <a:rPr lang="en-US" sz="1600" dirty="0"/>
              <a:t>We have duplicate detection, locked job descriptions, and delete confirmations.</a:t>
            </a:r>
            <a:endParaRPr lang="en-US" dirty="0"/>
          </a:p>
          <a:p>
            <a:pPr marL="514350" lvl="1" indent="-285750">
              <a:buFont typeface="Courier New" panose="020B0604020202020204" pitchFamily="34" charset="0"/>
              <a:buChar char="o"/>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742950" indent="-285750">
              <a:buFont typeface="Courier New" panose="020B0604020202020204" pitchFamily="34" charset="0"/>
              <a:buChar char="o"/>
            </a:pPr>
            <a:endParaRPr lang="en-US"/>
          </a:p>
          <a:p>
            <a:pPr marL="742950" lvl="1" indent="-285750">
              <a:buFont typeface="Courier New" panose="020B0604020202020204" pitchFamily="34" charset="0"/>
              <a:buChar char="o"/>
            </a:pPr>
            <a:endParaRPr lang="en-US"/>
          </a:p>
          <a:p>
            <a:pPr marL="514350" lvl="1" indent="-285750">
              <a:buFont typeface="Courier New" panose="020B0604020202020204" pitchFamily="34" charset="0"/>
              <a:buChar char="o"/>
            </a:pPr>
            <a:endParaRPr lang="en-US"/>
          </a:p>
        </p:txBody>
      </p:sp>
    </p:spTree>
    <p:extLst>
      <p:ext uri="{BB962C8B-B14F-4D97-AF65-F5344CB8AC3E}">
        <p14:creationId xmlns:p14="http://schemas.microsoft.com/office/powerpoint/2010/main" val="1826610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F6FD6-FC8B-1CC3-8BF0-53C2EA2A3A48}"/>
              </a:ext>
            </a:extLst>
          </p:cNvPr>
          <p:cNvSpPr>
            <a:spLocks noGrp="1"/>
          </p:cNvSpPr>
          <p:nvPr>
            <p:ph type="title"/>
          </p:nvPr>
        </p:nvSpPr>
        <p:spPr/>
        <p:txBody>
          <a:bodyPr>
            <a:normAutofit/>
          </a:bodyPr>
          <a:lstStyle/>
          <a:p>
            <a:r>
              <a:rPr lang="en-US" sz="3200" b="1" dirty="0">
                <a:solidFill>
                  <a:srgbClr val="F0F6FC"/>
                </a:solidFill>
                <a:ea typeface="+mj-lt"/>
                <a:cs typeface="+mj-lt"/>
              </a:rPr>
              <a:t>The Solution - Benefits</a:t>
            </a:r>
            <a:endParaRPr lang="en-US" sz="3200"/>
          </a:p>
        </p:txBody>
      </p:sp>
      <p:sp>
        <p:nvSpPr>
          <p:cNvPr id="3" name="Date Placeholder 2">
            <a:extLst>
              <a:ext uri="{FF2B5EF4-FFF2-40B4-BE49-F238E27FC236}">
                <a16:creationId xmlns:a16="http://schemas.microsoft.com/office/drawing/2014/main" id="{755DBCF3-371E-CE2F-C16E-63BF891E1766}"/>
              </a:ext>
            </a:extLst>
          </p:cNvPr>
          <p:cNvSpPr>
            <a:spLocks noGrp="1"/>
          </p:cNvSpPr>
          <p:nvPr>
            <p:ph type="dt" sz="half" idx="10"/>
          </p:nvPr>
        </p:nvSpPr>
        <p:spPr/>
        <p:txBody>
          <a:bodyPr/>
          <a:lstStyle/>
          <a:p>
            <a:fld id="{44BE14B8-5058-4271-B378-2217DE83796E}" type="datetime1">
              <a:rPr lang="en-US" smtClean="0"/>
              <a:pPr/>
              <a:t>3/1/2026</a:t>
            </a:fld>
            <a:endParaRPr lang="en-US"/>
          </a:p>
        </p:txBody>
      </p:sp>
      <p:graphicFrame>
        <p:nvGraphicFramePr>
          <p:cNvPr id="9" name="Content Placeholder 8">
            <a:extLst>
              <a:ext uri="{FF2B5EF4-FFF2-40B4-BE49-F238E27FC236}">
                <a16:creationId xmlns:a16="http://schemas.microsoft.com/office/drawing/2014/main" id="{FA5DA2C1-8615-4A4D-D0B7-634891E771E9}"/>
              </a:ext>
            </a:extLst>
          </p:cNvPr>
          <p:cNvGraphicFramePr>
            <a:graphicFrameLocks noGrp="1"/>
          </p:cNvGraphicFramePr>
          <p:nvPr>
            <p:ph idx="1"/>
            <p:extLst>
              <p:ext uri="{D42A27DB-BD31-4B8C-83A1-F6EECF244321}">
                <p14:modId xmlns:p14="http://schemas.microsoft.com/office/powerpoint/2010/main" val="3929301963"/>
              </p:ext>
            </p:extLst>
          </p:nvPr>
        </p:nvGraphicFramePr>
        <p:xfrm>
          <a:off x="626954" y="2582449"/>
          <a:ext cx="9942513" cy="3108960"/>
        </p:xfrm>
        <a:graphic>
          <a:graphicData uri="http://schemas.openxmlformats.org/drawingml/2006/table">
            <a:tbl>
              <a:tblPr bandRow="1">
                <a:tableStyleId>{5C22544A-7EE6-4342-B048-85BDC9FD1C3A}</a:tableStyleId>
              </a:tblPr>
              <a:tblGrid>
                <a:gridCol w="3314171">
                  <a:extLst>
                    <a:ext uri="{9D8B030D-6E8A-4147-A177-3AD203B41FA5}">
                      <a16:colId xmlns:a16="http://schemas.microsoft.com/office/drawing/2014/main" val="1228008603"/>
                    </a:ext>
                  </a:extLst>
                </a:gridCol>
                <a:gridCol w="3314171">
                  <a:extLst>
                    <a:ext uri="{9D8B030D-6E8A-4147-A177-3AD203B41FA5}">
                      <a16:colId xmlns:a16="http://schemas.microsoft.com/office/drawing/2014/main" val="2990205230"/>
                    </a:ext>
                  </a:extLst>
                </a:gridCol>
                <a:gridCol w="3314171">
                  <a:extLst>
                    <a:ext uri="{9D8B030D-6E8A-4147-A177-3AD203B41FA5}">
                      <a16:colId xmlns:a16="http://schemas.microsoft.com/office/drawing/2014/main" val="2058965690"/>
                    </a:ext>
                  </a:extLst>
                </a:gridCol>
              </a:tblGrid>
              <a:tr h="0">
                <a:tc>
                  <a:txBody>
                    <a:bodyPr/>
                    <a:lstStyle/>
                    <a:p>
                      <a:pPr>
                        <a:buNone/>
                      </a:pPr>
                      <a:r>
                        <a:rPr lang="en-US" b="1" dirty="0">
                          <a:solidFill>
                            <a:schemeClr val="tx1"/>
                          </a:solidFill>
                          <a:effectLst/>
                        </a:rPr>
                        <a:t>Problem</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b="1" dirty="0">
                          <a:solidFill>
                            <a:schemeClr val="tx1"/>
                          </a:solidFill>
                          <a:effectLst/>
                        </a:rPr>
                        <a:t>Our Solution</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b="1" dirty="0">
                          <a:solidFill>
                            <a:schemeClr val="tx1"/>
                          </a:solidFill>
                          <a:effectLst/>
                        </a:rPr>
                        <a:t>Benefit</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800465783"/>
                  </a:ext>
                </a:extLst>
              </a:tr>
              <a:tr h="0">
                <a:tc>
                  <a:txBody>
                    <a:bodyPr/>
                    <a:lstStyle/>
                    <a:p>
                      <a:pPr>
                        <a:buNone/>
                      </a:pPr>
                      <a:r>
                        <a:rPr lang="en-US" dirty="0">
                          <a:solidFill>
                            <a:schemeClr val="tx1"/>
                          </a:solidFill>
                          <a:effectLst/>
                        </a:rPr>
                        <a:t>Slow screening</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AI evaluation in 2 seconds</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Save 90% time</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778775232"/>
                  </a:ext>
                </a:extLst>
              </a:tr>
              <a:tr h="0">
                <a:tc>
                  <a:txBody>
                    <a:bodyPr/>
                    <a:lstStyle/>
                    <a:p>
                      <a:pPr>
                        <a:buNone/>
                      </a:pPr>
                      <a:r>
                        <a:rPr lang="en-US" dirty="0">
                          <a:solidFill>
                            <a:schemeClr val="tx1"/>
                          </a:solidFill>
                          <a:effectLst/>
                        </a:rPr>
                        <a:t>Inconsistent decisions</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tx1"/>
                          </a:solidFill>
                          <a:effectLst/>
                        </a:rPr>
                        <a:t>Standardized scoring</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tx1"/>
                          </a:solidFill>
                          <a:effectLst/>
                        </a:rPr>
                        <a:t>Fair hiring</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2061107961"/>
                  </a:ext>
                </a:extLst>
              </a:tr>
              <a:tr h="0">
                <a:tc>
                  <a:txBody>
                    <a:bodyPr/>
                    <a:lstStyle/>
                    <a:p>
                      <a:pPr>
                        <a:buNone/>
                      </a:pPr>
                      <a:r>
                        <a:rPr lang="en-US" dirty="0">
                          <a:solidFill>
                            <a:schemeClr val="tx1"/>
                          </a:solidFill>
                          <a:effectLst/>
                        </a:rPr>
                        <a:t>Lost resumes</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Kanban board with all data</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Organized data</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824640400"/>
                  </a:ext>
                </a:extLst>
              </a:tr>
              <a:tr h="0">
                <a:tc>
                  <a:txBody>
                    <a:bodyPr/>
                    <a:lstStyle/>
                    <a:p>
                      <a:pPr>
                        <a:buNone/>
                      </a:pPr>
                      <a:r>
                        <a:rPr lang="en-US" dirty="0">
                          <a:solidFill>
                            <a:schemeClr val="tx1"/>
                          </a:solidFill>
                          <a:effectLst/>
                        </a:rPr>
                        <a:t>No interview records</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tx1"/>
                          </a:solidFill>
                          <a:effectLst/>
                        </a:rPr>
                        <a:t>Interview tracking fields</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tx1"/>
                          </a:solidFill>
                          <a:effectLst/>
                        </a:rPr>
                        <a:t>Better feedback</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1993733060"/>
                  </a:ext>
                </a:extLst>
              </a:tr>
              <a:tr h="0">
                <a:tc>
                  <a:txBody>
                    <a:bodyPr/>
                    <a:lstStyle/>
                    <a:p>
                      <a:pPr>
                        <a:buNone/>
                      </a:pPr>
                      <a:r>
                        <a:rPr lang="en-US" dirty="0">
                          <a:solidFill>
                            <a:schemeClr val="tx1"/>
                          </a:solidFill>
                          <a:effectLst/>
                        </a:rPr>
                        <a:t>Duplicate entries</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Auto duplicate detection</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Clean database</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4240635687"/>
                  </a:ext>
                </a:extLst>
              </a:tr>
              <a:tr h="0">
                <a:tc>
                  <a:txBody>
                    <a:bodyPr/>
                    <a:lstStyle/>
                    <a:p>
                      <a:pPr>
                        <a:buNone/>
                      </a:pPr>
                      <a:r>
                        <a:rPr lang="en-US" dirty="0">
                          <a:solidFill>
                            <a:schemeClr val="tx1"/>
                          </a:solidFill>
                          <a:effectLst/>
                        </a:rPr>
                        <a:t>App switching</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tx1"/>
                          </a:solidFill>
                          <a:effectLst/>
                        </a:rPr>
                        <a:t>Built-in WhatsApp/Email</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tx1"/>
                          </a:solidFill>
                          <a:effectLst/>
                        </a:rPr>
                        <a:t>Faster communication</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358071655"/>
                  </a:ext>
                </a:extLst>
              </a:tr>
              <a:tr h="0">
                <a:tc>
                  <a:txBody>
                    <a:bodyPr/>
                    <a:lstStyle/>
                    <a:p>
                      <a:pPr>
                        <a:buNone/>
                      </a:pPr>
                      <a:r>
                        <a:rPr lang="en-US" dirty="0">
                          <a:solidFill>
                            <a:schemeClr val="tx1"/>
                          </a:solidFill>
                          <a:effectLst/>
                        </a:rPr>
                        <a:t>Changing JD by mistake</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JD Lock feature</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Accurate screening</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838739422"/>
                  </a:ext>
                </a:extLst>
              </a:tr>
            </a:tbl>
          </a:graphicData>
        </a:graphic>
      </p:graphicFrame>
    </p:spTree>
    <p:extLst>
      <p:ext uri="{BB962C8B-B14F-4D97-AF65-F5344CB8AC3E}">
        <p14:creationId xmlns:p14="http://schemas.microsoft.com/office/powerpoint/2010/main" val="2311061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4C549-18B1-206F-161C-8307DDCE1821}"/>
              </a:ext>
            </a:extLst>
          </p:cNvPr>
          <p:cNvSpPr>
            <a:spLocks noGrp="1"/>
          </p:cNvSpPr>
          <p:nvPr>
            <p:ph type="title"/>
          </p:nvPr>
        </p:nvSpPr>
        <p:spPr/>
        <p:txBody>
          <a:bodyPr/>
          <a:lstStyle/>
          <a:p>
            <a:r>
              <a:rPr lang="en-US"/>
              <a:t>App Live on </a:t>
            </a:r>
            <a:r>
              <a:rPr lang="en-US" err="1"/>
              <a:t>Vercel</a:t>
            </a:r>
            <a:endParaRPr lang="en-US"/>
          </a:p>
        </p:txBody>
      </p:sp>
      <p:sp>
        <p:nvSpPr>
          <p:cNvPr id="4" name="Date Placeholder 3">
            <a:extLst>
              <a:ext uri="{FF2B5EF4-FFF2-40B4-BE49-F238E27FC236}">
                <a16:creationId xmlns:a16="http://schemas.microsoft.com/office/drawing/2014/main" id="{E724F9C2-4EAE-18A8-92F4-02B8E23D916F}"/>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C94C2DFC-8058-3A9C-29D1-C520D84861F6}"/>
              </a:ext>
            </a:extLst>
          </p:cNvPr>
          <p:cNvSpPr>
            <a:spLocks noGrp="1"/>
          </p:cNvSpPr>
          <p:nvPr>
            <p:ph idx="1"/>
          </p:nvPr>
        </p:nvSpPr>
        <p:spPr/>
        <p:txBody>
          <a:bodyPr vert="horz" lIns="91440" tIns="45720" rIns="91440" bIns="45720" rtlCol="0" anchor="t">
            <a:normAutofit/>
          </a:bodyPr>
          <a:lstStyle/>
          <a:p>
            <a:r>
              <a:rPr lang="en-US" dirty="0"/>
              <a:t>Site Link: </a:t>
            </a:r>
          </a:p>
          <a:p>
            <a:r>
              <a:rPr lang="en-US" dirty="0">
                <a:ea typeface="+mn-lt"/>
                <a:cs typeface="+mn-lt"/>
                <a:hlinkClick r:id="rId2"/>
              </a:rPr>
              <a:t>AI Recruitment Screening Agent</a:t>
            </a:r>
          </a:p>
          <a:p>
            <a:endParaRPr lang="en-US" dirty="0">
              <a:ea typeface="+mn-lt"/>
              <a:cs typeface="+mn-lt"/>
            </a:endParaRPr>
          </a:p>
          <a:p>
            <a:r>
              <a:rPr lang="en-US" dirty="0">
                <a:ea typeface="+mn-lt"/>
                <a:cs typeface="+mn-lt"/>
              </a:rPr>
              <a:t>GitHub Presentation Link:</a:t>
            </a:r>
          </a:p>
          <a:p>
            <a:r>
              <a:rPr lang="en-US" dirty="0">
                <a:ea typeface="+mn-lt"/>
                <a:cs typeface="+mn-lt"/>
                <a:hlinkClick r:id="rId3"/>
              </a:rPr>
              <a:t>Recruitment-Screening-Agent/Presentation_Outline.md at main · bhaumikgohel/Recruitment-Screening-Agent</a:t>
            </a:r>
            <a:endParaRPr lang="en-US"/>
          </a:p>
          <a:p>
            <a:endParaRPr lang="en-US" dirty="0">
              <a:ea typeface="+mn-lt"/>
              <a:cs typeface="+mn-lt"/>
            </a:endParaRPr>
          </a:p>
          <a:p>
            <a:endParaRPr lang="en-US">
              <a:ea typeface="+mn-lt"/>
              <a:cs typeface="+mn-lt"/>
            </a:endParaRPr>
          </a:p>
        </p:txBody>
      </p:sp>
    </p:spTree>
    <p:extLst>
      <p:ext uri="{BB962C8B-B14F-4D97-AF65-F5344CB8AC3E}">
        <p14:creationId xmlns:p14="http://schemas.microsoft.com/office/powerpoint/2010/main" val="3971124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51AEC-4053-3252-AF3C-446A585BD51B}"/>
              </a:ext>
            </a:extLst>
          </p:cNvPr>
          <p:cNvSpPr>
            <a:spLocks noGrp="1"/>
          </p:cNvSpPr>
          <p:nvPr>
            <p:ph type="title"/>
          </p:nvPr>
        </p:nvSpPr>
        <p:spPr>
          <a:xfrm>
            <a:off x="431229" y="675099"/>
            <a:ext cx="9942409" cy="876193"/>
          </a:xfrm>
        </p:spPr>
        <p:txBody>
          <a:bodyPr/>
          <a:lstStyle/>
          <a:p>
            <a:r>
              <a:rPr lang="en-US" b="1">
                <a:solidFill>
                  <a:srgbClr val="F0F6FC"/>
                </a:solidFill>
                <a:highlight>
                  <a:srgbClr val="0D1117"/>
                </a:highlight>
              </a:rPr>
              <a:t>How It Works – Screening</a:t>
            </a:r>
            <a:endParaRPr lang="en-US"/>
          </a:p>
          <a:p>
            <a:endParaRPr lang="en-US"/>
          </a:p>
        </p:txBody>
      </p:sp>
      <p:sp>
        <p:nvSpPr>
          <p:cNvPr id="4" name="Date Placeholder 3">
            <a:extLst>
              <a:ext uri="{FF2B5EF4-FFF2-40B4-BE49-F238E27FC236}">
                <a16:creationId xmlns:a16="http://schemas.microsoft.com/office/drawing/2014/main" id="{9EC9216C-E2E6-E5F4-4398-C2E1D25CB3B1}"/>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9" name="Content Placeholder 8">
            <a:extLst>
              <a:ext uri="{FF2B5EF4-FFF2-40B4-BE49-F238E27FC236}">
                <a16:creationId xmlns:a16="http://schemas.microsoft.com/office/drawing/2014/main" id="{DA09A213-3BB6-5686-6B09-95840AE71A8D}"/>
              </a:ext>
            </a:extLst>
          </p:cNvPr>
          <p:cNvSpPr>
            <a:spLocks noGrp="1"/>
          </p:cNvSpPr>
          <p:nvPr>
            <p:ph idx="1"/>
          </p:nvPr>
        </p:nvSpPr>
        <p:spPr/>
        <p:txBody>
          <a:bodyPr vert="horz" lIns="91440" tIns="45720" rIns="91440" bIns="45720" rtlCol="0" anchor="t">
            <a:normAutofit/>
          </a:bodyPr>
          <a:lstStyle/>
          <a:p>
            <a:pPr marL="342900" indent="-342900">
              <a:buAutoNum type="arabicPeriod"/>
            </a:pPr>
            <a:endParaRPr lang="en-US"/>
          </a:p>
          <a:p>
            <a:endParaRPr lang="en-US"/>
          </a:p>
        </p:txBody>
      </p:sp>
      <p:pic>
        <p:nvPicPr>
          <p:cNvPr id="10" name="Picture 9" descr="A screenshot of a computer&#10;&#10;AI-generated content may be incorrect.">
            <a:extLst>
              <a:ext uri="{FF2B5EF4-FFF2-40B4-BE49-F238E27FC236}">
                <a16:creationId xmlns:a16="http://schemas.microsoft.com/office/drawing/2014/main" id="{65612151-BA78-04BA-41EF-8B5DC5D751F1}"/>
              </a:ext>
            </a:extLst>
          </p:cNvPr>
          <p:cNvPicPr>
            <a:picLocks noChangeAspect="1"/>
          </p:cNvPicPr>
          <p:nvPr/>
        </p:nvPicPr>
        <p:blipFill>
          <a:blip r:embed="rId2"/>
          <a:stretch>
            <a:fillRect/>
          </a:stretch>
        </p:blipFill>
        <p:spPr>
          <a:xfrm>
            <a:off x="979513" y="1311022"/>
            <a:ext cx="10229590" cy="5235501"/>
          </a:xfrm>
          <a:prstGeom prst="rect">
            <a:avLst/>
          </a:prstGeom>
        </p:spPr>
      </p:pic>
    </p:spTree>
    <p:extLst>
      <p:ext uri="{BB962C8B-B14F-4D97-AF65-F5344CB8AC3E}">
        <p14:creationId xmlns:p14="http://schemas.microsoft.com/office/powerpoint/2010/main" val="490465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AC227-BB66-D930-FFA1-B39B686DB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746A6-4881-123D-0091-21EBB6931E6E}"/>
              </a:ext>
            </a:extLst>
          </p:cNvPr>
          <p:cNvSpPr>
            <a:spLocks noGrp="1"/>
          </p:cNvSpPr>
          <p:nvPr>
            <p:ph type="title"/>
          </p:nvPr>
        </p:nvSpPr>
        <p:spPr>
          <a:xfrm>
            <a:off x="431229" y="675099"/>
            <a:ext cx="9942409" cy="876193"/>
          </a:xfrm>
        </p:spPr>
        <p:txBody>
          <a:bodyPr/>
          <a:lstStyle/>
          <a:p>
            <a:r>
              <a:rPr lang="en-US" b="1">
                <a:solidFill>
                  <a:srgbClr val="F0F6FC"/>
                </a:solidFill>
                <a:highlight>
                  <a:srgbClr val="0D1117"/>
                </a:highlight>
              </a:rPr>
              <a:t>How It Works – Screening</a:t>
            </a:r>
            <a:endParaRPr lang="en-US"/>
          </a:p>
          <a:p>
            <a:endParaRPr lang="en-US"/>
          </a:p>
        </p:txBody>
      </p:sp>
      <p:sp>
        <p:nvSpPr>
          <p:cNvPr id="4" name="Date Placeholder 3">
            <a:extLst>
              <a:ext uri="{FF2B5EF4-FFF2-40B4-BE49-F238E27FC236}">
                <a16:creationId xmlns:a16="http://schemas.microsoft.com/office/drawing/2014/main" id="{D09E244C-DBFB-B2DB-3051-34D5A2C76F32}"/>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9" name="Content Placeholder 8">
            <a:extLst>
              <a:ext uri="{FF2B5EF4-FFF2-40B4-BE49-F238E27FC236}">
                <a16:creationId xmlns:a16="http://schemas.microsoft.com/office/drawing/2014/main" id="{51A7E427-19A6-0015-74F2-2207AFDCCEA3}"/>
              </a:ext>
            </a:extLst>
          </p:cNvPr>
          <p:cNvSpPr>
            <a:spLocks noGrp="1"/>
          </p:cNvSpPr>
          <p:nvPr>
            <p:ph idx="1"/>
          </p:nvPr>
        </p:nvSpPr>
        <p:spPr/>
        <p:txBody>
          <a:bodyPr vert="horz" lIns="91440" tIns="45720" rIns="91440" bIns="45720" rtlCol="0" anchor="t">
            <a:normAutofit/>
          </a:bodyPr>
          <a:lstStyle/>
          <a:p>
            <a:pPr marL="342900" indent="-342900">
              <a:buAutoNum type="arabicPeriod"/>
            </a:pPr>
            <a:endParaRPr lang="en-US"/>
          </a:p>
          <a:p>
            <a:endParaRPr lang="en-US"/>
          </a:p>
        </p:txBody>
      </p:sp>
      <p:pic>
        <p:nvPicPr>
          <p:cNvPr id="7" name="Picture 6" descr="A screenshot of a computer">
            <a:extLst>
              <a:ext uri="{FF2B5EF4-FFF2-40B4-BE49-F238E27FC236}">
                <a16:creationId xmlns:a16="http://schemas.microsoft.com/office/drawing/2014/main" id="{17A312B8-B58E-4E4A-D51F-EE9EB63452F5}"/>
              </a:ext>
            </a:extLst>
          </p:cNvPr>
          <p:cNvPicPr>
            <a:picLocks noChangeAspect="1"/>
          </p:cNvPicPr>
          <p:nvPr/>
        </p:nvPicPr>
        <p:blipFill>
          <a:blip r:embed="rId2"/>
          <a:stretch>
            <a:fillRect/>
          </a:stretch>
        </p:blipFill>
        <p:spPr>
          <a:xfrm>
            <a:off x="908137" y="1471921"/>
            <a:ext cx="10375727" cy="4968431"/>
          </a:xfrm>
          <a:prstGeom prst="rect">
            <a:avLst/>
          </a:prstGeom>
        </p:spPr>
      </p:pic>
    </p:spTree>
    <p:extLst>
      <p:ext uri="{BB962C8B-B14F-4D97-AF65-F5344CB8AC3E}">
        <p14:creationId xmlns:p14="http://schemas.microsoft.com/office/powerpoint/2010/main" val="361257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FD882-291F-979D-51AE-E99B70AD0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A54FC-31E9-C88A-48B9-EB2229AB6883}"/>
              </a:ext>
            </a:extLst>
          </p:cNvPr>
          <p:cNvSpPr>
            <a:spLocks noGrp="1"/>
          </p:cNvSpPr>
          <p:nvPr>
            <p:ph type="title"/>
          </p:nvPr>
        </p:nvSpPr>
        <p:spPr>
          <a:xfrm>
            <a:off x="431229" y="675099"/>
            <a:ext cx="9942409" cy="876193"/>
          </a:xfrm>
        </p:spPr>
        <p:txBody>
          <a:bodyPr/>
          <a:lstStyle/>
          <a:p>
            <a:r>
              <a:rPr lang="en-US" b="1">
                <a:solidFill>
                  <a:srgbClr val="F0F6FC"/>
                </a:solidFill>
                <a:highlight>
                  <a:srgbClr val="0D1117"/>
                </a:highlight>
              </a:rPr>
              <a:t>How It Works – Screening</a:t>
            </a:r>
            <a:endParaRPr lang="en-US"/>
          </a:p>
          <a:p>
            <a:endParaRPr lang="en-US"/>
          </a:p>
        </p:txBody>
      </p:sp>
      <p:sp>
        <p:nvSpPr>
          <p:cNvPr id="4" name="Date Placeholder 3">
            <a:extLst>
              <a:ext uri="{FF2B5EF4-FFF2-40B4-BE49-F238E27FC236}">
                <a16:creationId xmlns:a16="http://schemas.microsoft.com/office/drawing/2014/main" id="{1EA0F10D-B4A1-6A7B-A9FB-CF632FA5699A}"/>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9" name="Content Placeholder 8">
            <a:extLst>
              <a:ext uri="{FF2B5EF4-FFF2-40B4-BE49-F238E27FC236}">
                <a16:creationId xmlns:a16="http://schemas.microsoft.com/office/drawing/2014/main" id="{F1837720-DB2B-9DA1-2039-571D0D8FF9F8}"/>
              </a:ext>
            </a:extLst>
          </p:cNvPr>
          <p:cNvSpPr>
            <a:spLocks noGrp="1"/>
          </p:cNvSpPr>
          <p:nvPr>
            <p:ph idx="1"/>
          </p:nvPr>
        </p:nvSpPr>
        <p:spPr/>
        <p:txBody>
          <a:bodyPr vert="horz" lIns="91440" tIns="45720" rIns="91440" bIns="45720" rtlCol="0" anchor="t">
            <a:normAutofit/>
          </a:bodyPr>
          <a:lstStyle/>
          <a:p>
            <a:pPr marL="342900" indent="-342900">
              <a:buAutoNum type="arabicPeriod"/>
            </a:pPr>
            <a:endParaRPr lang="en-US"/>
          </a:p>
          <a:p>
            <a:endParaRPr lang="en-US"/>
          </a:p>
        </p:txBody>
      </p:sp>
      <p:pic>
        <p:nvPicPr>
          <p:cNvPr id="6" name="Picture 5" descr="A screenshot of a chat&#10;&#10;AI-generated content may be incorrect.">
            <a:extLst>
              <a:ext uri="{FF2B5EF4-FFF2-40B4-BE49-F238E27FC236}">
                <a16:creationId xmlns:a16="http://schemas.microsoft.com/office/drawing/2014/main" id="{36B69B4D-7FB4-E19A-AA96-6E51236E5D30}"/>
              </a:ext>
            </a:extLst>
          </p:cNvPr>
          <p:cNvPicPr>
            <a:picLocks noChangeAspect="1"/>
          </p:cNvPicPr>
          <p:nvPr/>
        </p:nvPicPr>
        <p:blipFill>
          <a:blip r:embed="rId2"/>
          <a:stretch>
            <a:fillRect/>
          </a:stretch>
        </p:blipFill>
        <p:spPr>
          <a:xfrm>
            <a:off x="607541" y="1227734"/>
            <a:ext cx="10801865" cy="5411668"/>
          </a:xfrm>
          <a:prstGeom prst="rect">
            <a:avLst/>
          </a:prstGeom>
        </p:spPr>
      </p:pic>
    </p:spTree>
    <p:extLst>
      <p:ext uri="{BB962C8B-B14F-4D97-AF65-F5344CB8AC3E}">
        <p14:creationId xmlns:p14="http://schemas.microsoft.com/office/powerpoint/2010/main" val="2033518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3B0AD-2495-2A9A-505A-27A705988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2AD94-562B-4A73-739A-DDEC468CE957}"/>
              </a:ext>
            </a:extLst>
          </p:cNvPr>
          <p:cNvSpPr>
            <a:spLocks noGrp="1"/>
          </p:cNvSpPr>
          <p:nvPr>
            <p:ph type="title"/>
          </p:nvPr>
        </p:nvSpPr>
        <p:spPr>
          <a:xfrm>
            <a:off x="431229" y="675099"/>
            <a:ext cx="9942409" cy="876193"/>
          </a:xfrm>
        </p:spPr>
        <p:txBody>
          <a:bodyPr/>
          <a:lstStyle/>
          <a:p>
            <a:r>
              <a:rPr lang="en-US" b="1">
                <a:solidFill>
                  <a:srgbClr val="F0F6FC"/>
                </a:solidFill>
                <a:highlight>
                  <a:srgbClr val="0D1117"/>
                </a:highlight>
              </a:rPr>
              <a:t>How It Works – Screening</a:t>
            </a:r>
            <a:endParaRPr lang="en-US"/>
          </a:p>
          <a:p>
            <a:endParaRPr lang="en-US"/>
          </a:p>
        </p:txBody>
      </p:sp>
      <p:sp>
        <p:nvSpPr>
          <p:cNvPr id="4" name="Date Placeholder 3">
            <a:extLst>
              <a:ext uri="{FF2B5EF4-FFF2-40B4-BE49-F238E27FC236}">
                <a16:creationId xmlns:a16="http://schemas.microsoft.com/office/drawing/2014/main" id="{E0C7B7A8-80F8-7617-C702-CEB5A36809A4}"/>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9" name="Content Placeholder 8">
            <a:extLst>
              <a:ext uri="{FF2B5EF4-FFF2-40B4-BE49-F238E27FC236}">
                <a16:creationId xmlns:a16="http://schemas.microsoft.com/office/drawing/2014/main" id="{4B7A9754-ACA3-D155-1E94-4EF3C75DEC2E}"/>
              </a:ext>
            </a:extLst>
          </p:cNvPr>
          <p:cNvSpPr>
            <a:spLocks noGrp="1"/>
          </p:cNvSpPr>
          <p:nvPr>
            <p:ph idx="1"/>
          </p:nvPr>
        </p:nvSpPr>
        <p:spPr/>
        <p:txBody>
          <a:bodyPr vert="horz" lIns="91440" tIns="45720" rIns="91440" bIns="45720" rtlCol="0" anchor="t">
            <a:normAutofit/>
          </a:bodyPr>
          <a:lstStyle/>
          <a:p>
            <a:pPr marL="342900" indent="-342900">
              <a:buAutoNum type="arabicPeriod"/>
            </a:pPr>
            <a:endParaRPr lang="en-US"/>
          </a:p>
          <a:p>
            <a:endParaRPr lang="en-US"/>
          </a:p>
        </p:txBody>
      </p:sp>
      <p:pic>
        <p:nvPicPr>
          <p:cNvPr id="7" name="Picture 6" descr="A screenshot of a computer&#10;&#10;AI-generated content may be incorrect.">
            <a:extLst>
              <a:ext uri="{FF2B5EF4-FFF2-40B4-BE49-F238E27FC236}">
                <a16:creationId xmlns:a16="http://schemas.microsoft.com/office/drawing/2014/main" id="{592C2BE0-8C64-F5A6-D0AA-8C4757E0E329}"/>
              </a:ext>
            </a:extLst>
          </p:cNvPr>
          <p:cNvPicPr>
            <a:picLocks noChangeAspect="1"/>
          </p:cNvPicPr>
          <p:nvPr/>
        </p:nvPicPr>
        <p:blipFill>
          <a:blip r:embed="rId2"/>
          <a:stretch>
            <a:fillRect/>
          </a:stretch>
        </p:blipFill>
        <p:spPr>
          <a:xfrm>
            <a:off x="1359243" y="1395574"/>
            <a:ext cx="10070757" cy="5055394"/>
          </a:xfrm>
          <a:prstGeom prst="rect">
            <a:avLst/>
          </a:prstGeom>
        </p:spPr>
      </p:pic>
    </p:spTree>
    <p:extLst>
      <p:ext uri="{BB962C8B-B14F-4D97-AF65-F5344CB8AC3E}">
        <p14:creationId xmlns:p14="http://schemas.microsoft.com/office/powerpoint/2010/main" val="3346018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9F708-A24C-C12A-31DA-387D3A5EB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7AD6D2-34EA-C8E7-9E72-448F3CE8E30A}"/>
              </a:ext>
            </a:extLst>
          </p:cNvPr>
          <p:cNvSpPr>
            <a:spLocks noGrp="1"/>
          </p:cNvSpPr>
          <p:nvPr>
            <p:ph type="title"/>
          </p:nvPr>
        </p:nvSpPr>
        <p:spPr>
          <a:xfrm>
            <a:off x="431229" y="675099"/>
            <a:ext cx="9942409" cy="876193"/>
          </a:xfrm>
        </p:spPr>
        <p:txBody>
          <a:bodyPr/>
          <a:lstStyle/>
          <a:p>
            <a:r>
              <a:rPr lang="en-US" b="1">
                <a:solidFill>
                  <a:srgbClr val="F0F6FC"/>
                </a:solidFill>
                <a:highlight>
                  <a:srgbClr val="0D1117"/>
                </a:highlight>
              </a:rPr>
              <a:t>How It Works – Screening</a:t>
            </a:r>
            <a:endParaRPr lang="en-US"/>
          </a:p>
          <a:p>
            <a:endParaRPr lang="en-US"/>
          </a:p>
        </p:txBody>
      </p:sp>
      <p:sp>
        <p:nvSpPr>
          <p:cNvPr id="4" name="Date Placeholder 3">
            <a:extLst>
              <a:ext uri="{FF2B5EF4-FFF2-40B4-BE49-F238E27FC236}">
                <a16:creationId xmlns:a16="http://schemas.microsoft.com/office/drawing/2014/main" id="{A01EE4D7-DB82-3FFE-DD78-9ECF0FB6D6F2}"/>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9" name="Content Placeholder 8">
            <a:extLst>
              <a:ext uri="{FF2B5EF4-FFF2-40B4-BE49-F238E27FC236}">
                <a16:creationId xmlns:a16="http://schemas.microsoft.com/office/drawing/2014/main" id="{398077F5-AF4D-A67F-6374-7B3AB0DCE5E5}"/>
              </a:ext>
            </a:extLst>
          </p:cNvPr>
          <p:cNvSpPr>
            <a:spLocks noGrp="1"/>
          </p:cNvSpPr>
          <p:nvPr>
            <p:ph idx="1"/>
          </p:nvPr>
        </p:nvSpPr>
        <p:spPr/>
        <p:txBody>
          <a:bodyPr vert="horz" lIns="91440" tIns="45720" rIns="91440" bIns="45720" rtlCol="0" anchor="t">
            <a:normAutofit/>
          </a:bodyPr>
          <a:lstStyle/>
          <a:p>
            <a:pPr marL="342900" indent="-342900">
              <a:buAutoNum type="arabicPeriod"/>
            </a:pPr>
            <a:endParaRPr lang="en-US"/>
          </a:p>
          <a:p>
            <a:endParaRPr lang="en-US"/>
          </a:p>
        </p:txBody>
      </p:sp>
      <p:pic>
        <p:nvPicPr>
          <p:cNvPr id="6" name="Picture 5" descr="A screenshot of a computer&#10;&#10;AI-generated content may be incorrect.">
            <a:extLst>
              <a:ext uri="{FF2B5EF4-FFF2-40B4-BE49-F238E27FC236}">
                <a16:creationId xmlns:a16="http://schemas.microsoft.com/office/drawing/2014/main" id="{502BA710-7EA9-893F-B266-82C996A8FC29}"/>
              </a:ext>
            </a:extLst>
          </p:cNvPr>
          <p:cNvPicPr>
            <a:picLocks noChangeAspect="1"/>
          </p:cNvPicPr>
          <p:nvPr/>
        </p:nvPicPr>
        <p:blipFill>
          <a:blip r:embed="rId2"/>
          <a:stretch>
            <a:fillRect/>
          </a:stretch>
        </p:blipFill>
        <p:spPr>
          <a:xfrm>
            <a:off x="1043836" y="1199505"/>
            <a:ext cx="10386165" cy="5241867"/>
          </a:xfrm>
          <a:prstGeom prst="rect">
            <a:avLst/>
          </a:prstGeom>
        </p:spPr>
      </p:pic>
    </p:spTree>
    <p:extLst>
      <p:ext uri="{BB962C8B-B14F-4D97-AF65-F5344CB8AC3E}">
        <p14:creationId xmlns:p14="http://schemas.microsoft.com/office/powerpoint/2010/main" val="1986701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C050A-B672-CBC5-8758-9A4D069E393D}"/>
              </a:ext>
            </a:extLst>
          </p:cNvPr>
          <p:cNvSpPr>
            <a:spLocks noGrp="1"/>
          </p:cNvSpPr>
          <p:nvPr>
            <p:ph type="title"/>
          </p:nvPr>
        </p:nvSpPr>
        <p:spPr/>
        <p:txBody>
          <a:bodyPr/>
          <a:lstStyle/>
          <a:p>
            <a:r>
              <a:rPr lang="en-US" dirty="0"/>
              <a:t>Suggestion &amp; Ideas</a:t>
            </a:r>
          </a:p>
        </p:txBody>
      </p:sp>
      <p:sp>
        <p:nvSpPr>
          <p:cNvPr id="4" name="Date Placeholder 3">
            <a:extLst>
              <a:ext uri="{FF2B5EF4-FFF2-40B4-BE49-F238E27FC236}">
                <a16:creationId xmlns:a16="http://schemas.microsoft.com/office/drawing/2014/main" id="{14664522-A7EF-E626-4A4A-E3E689BB4361}"/>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F40AA03C-ED16-7C9D-93AA-F6FBB3834E63}"/>
              </a:ext>
            </a:extLst>
          </p:cNvPr>
          <p:cNvSpPr>
            <a:spLocks noGrp="1"/>
          </p:cNvSpPr>
          <p:nvPr>
            <p:ph idx="1"/>
          </p:nvPr>
        </p:nvSpPr>
        <p:spPr>
          <a:xfrm>
            <a:off x="418979" y="1987463"/>
            <a:ext cx="9942409" cy="4305300"/>
          </a:xfrm>
        </p:spPr>
        <p:txBody>
          <a:bodyPr vert="horz" lIns="91440" tIns="45720" rIns="91440" bIns="45720" rtlCol="0" anchor="t">
            <a:normAutofit/>
          </a:bodyPr>
          <a:lstStyle/>
          <a:p>
            <a:pPr marL="285750" indent="-285750">
              <a:buChar char="•"/>
            </a:pPr>
            <a:r>
              <a:rPr lang="en-US" sz="1600" dirty="0"/>
              <a:t>User and Role Management</a:t>
            </a:r>
          </a:p>
          <a:p>
            <a:pPr marL="285750" indent="-285750">
              <a:buChar char="•"/>
            </a:pPr>
            <a:r>
              <a:rPr lang="en-US" sz="1600" dirty="0"/>
              <a:t>Auto Mail Triggers while Move to Different Stage in Kanban</a:t>
            </a:r>
          </a:p>
          <a:p>
            <a:pPr marL="285750" indent="-285750">
              <a:buChar char="•"/>
            </a:pPr>
            <a:r>
              <a:rPr lang="en-US" sz="1600" dirty="0"/>
              <a:t>Auto Notification Send while anyone add the comment or Update the Status,</a:t>
            </a:r>
          </a:p>
          <a:p>
            <a:pPr marL="285750" indent="-285750">
              <a:buChar char="•"/>
            </a:pPr>
            <a:r>
              <a:rPr lang="en-US" sz="1600" dirty="0"/>
              <a:t>If Anyone Send the Mail / What's app message that will store in History Maintained</a:t>
            </a:r>
          </a:p>
          <a:p>
            <a:pPr marL="285750" indent="-285750">
              <a:buChar char="•"/>
            </a:pPr>
            <a:r>
              <a:rPr lang="en-US" sz="1600" dirty="0"/>
              <a:t>Interviewer Comment History Maintained as per Rounds,</a:t>
            </a:r>
          </a:p>
          <a:p>
            <a:pPr marL="285750" indent="-285750">
              <a:buChar char="•"/>
            </a:pPr>
            <a:r>
              <a:rPr lang="en-US" sz="1600" dirty="0"/>
              <a:t>AI Agent Cold Call - R &amp; D</a:t>
            </a:r>
          </a:p>
          <a:p>
            <a:pPr marL="285750" indent="-285750">
              <a:buChar char="•"/>
            </a:pPr>
            <a:endParaRPr lang="en-US" dirty="0"/>
          </a:p>
          <a:p>
            <a:pPr marL="285750" indent="-285750">
              <a:buChar char="•"/>
            </a:pPr>
            <a:r>
              <a:rPr lang="en-US" sz="2000" dirty="0"/>
              <a:t>Missing Part</a:t>
            </a:r>
          </a:p>
          <a:p>
            <a:pPr marL="514350" lvl="1" indent="-285750">
              <a:buFont typeface="Courier New" panose="020B0604020202020204" pitchFamily="34" charset="0"/>
              <a:buChar char="o"/>
            </a:pPr>
            <a:r>
              <a:rPr lang="en-US" dirty="0"/>
              <a:t>Config DB to store data.</a:t>
            </a:r>
          </a:p>
          <a:p>
            <a:pPr marL="285750" indent="-285750">
              <a:buChar char="•"/>
            </a:pPr>
            <a:endParaRPr lang="en-US" dirty="0"/>
          </a:p>
          <a:p>
            <a:pPr marL="285750" indent="-285750">
              <a:buChar char="•"/>
            </a:pPr>
            <a:endParaRPr lang="en-US" dirty="0"/>
          </a:p>
          <a:p>
            <a:pPr marL="285750" indent="-285750">
              <a:buChar char="•"/>
            </a:pPr>
            <a:endParaRPr lang="en-US" dirty="0"/>
          </a:p>
          <a:p>
            <a:pPr marL="285750" indent="-285750">
              <a:buChar char="•"/>
            </a:pPr>
            <a:endParaRPr lang="en-US" dirty="0"/>
          </a:p>
        </p:txBody>
      </p:sp>
    </p:spTree>
    <p:extLst>
      <p:ext uri="{BB962C8B-B14F-4D97-AF65-F5344CB8AC3E}">
        <p14:creationId xmlns:p14="http://schemas.microsoft.com/office/powerpoint/2010/main" val="2136113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087EE-0592-96E7-4397-EC3D781783EA}"/>
              </a:ext>
            </a:extLst>
          </p:cNvPr>
          <p:cNvSpPr>
            <a:spLocks noGrp="1"/>
          </p:cNvSpPr>
          <p:nvPr>
            <p:ph type="title"/>
          </p:nvPr>
        </p:nvSpPr>
        <p:spPr>
          <a:xfrm>
            <a:off x="3896764" y="2951084"/>
            <a:ext cx="4390755" cy="953211"/>
          </a:xfrm>
        </p:spPr>
        <p:txBody>
          <a:bodyPr>
            <a:normAutofit/>
          </a:bodyPr>
          <a:lstStyle/>
          <a:p>
            <a:r>
              <a:rPr lang="en-US" sz="6600" dirty="0"/>
              <a:t>Thank You</a:t>
            </a:r>
          </a:p>
        </p:txBody>
      </p:sp>
      <p:sp>
        <p:nvSpPr>
          <p:cNvPr id="4" name="Date Placeholder 3">
            <a:extLst>
              <a:ext uri="{FF2B5EF4-FFF2-40B4-BE49-F238E27FC236}">
                <a16:creationId xmlns:a16="http://schemas.microsoft.com/office/drawing/2014/main" id="{4508B8DC-EB9F-472E-DDEB-4A039F5B3DBE}"/>
              </a:ext>
            </a:extLst>
          </p:cNvPr>
          <p:cNvSpPr>
            <a:spLocks noGrp="1"/>
          </p:cNvSpPr>
          <p:nvPr>
            <p:ph type="dt" sz="half" idx="10"/>
          </p:nvPr>
        </p:nvSpPr>
        <p:spPr/>
        <p:txBody>
          <a:bodyPr/>
          <a:lstStyle/>
          <a:p>
            <a:fld id="{44BE14B8-5058-4271-B378-2217DE83796E}" type="datetime1">
              <a:rPr lang="en-US" smtClean="0"/>
              <a:pPr/>
              <a:t>3/1/2026</a:t>
            </a:fld>
            <a:endParaRPr lang="en-US"/>
          </a:p>
        </p:txBody>
      </p:sp>
    </p:spTree>
    <p:extLst>
      <p:ext uri="{BB962C8B-B14F-4D97-AF65-F5344CB8AC3E}">
        <p14:creationId xmlns:p14="http://schemas.microsoft.com/office/powerpoint/2010/main" val="2907835459"/>
      </p:ext>
    </p:extLst>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_win32_Liz_v4" id="{15E0A01B-C0A0-4E33-97EB-A34D3C451DCF}" vid="{FB8E1E66-9252-4554-A1C4-ACC82554D8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SharedWithUsers xmlns="16c05727-aa75-4e4a-9b5f-8a80a1165891">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B53938E-C8DA-4DDE-A937-0EA87B476A88}">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60BF7B2-4A2B-4CA7-8150-68B962AD6E62}">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27E2546-C5EB-442C-BCA8-1B0D17D6142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Film burn</vt:lpstr>
      <vt:lpstr>Presentation  Candidate Screening Agent</vt:lpstr>
      <vt:lpstr>Process</vt:lpstr>
      <vt:lpstr>Current Problems</vt:lpstr>
      <vt:lpstr>Current Problems</vt:lpstr>
      <vt:lpstr>Example Scenario </vt:lpstr>
      <vt:lpstr>Purpose of This System - Why Built This Solution? </vt:lpstr>
      <vt:lpstr>The Solution - Benefits</vt:lpstr>
      <vt:lpstr>App Live on Vercel</vt:lpstr>
      <vt:lpstr>How It Works – Screening </vt:lpstr>
      <vt:lpstr>How It Works – Screening </vt:lpstr>
      <vt:lpstr>How It Works – Screening </vt:lpstr>
      <vt:lpstr>How It Works – Screening </vt:lpstr>
      <vt:lpstr>How It Works – Screening </vt:lpstr>
      <vt:lpstr>Suggestion &amp; Ideas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256</cp:revision>
  <dcterms:created xsi:type="dcterms:W3CDTF">2026-02-28T05:45:03Z</dcterms:created>
  <dcterms:modified xsi:type="dcterms:W3CDTF">2026-03-01T12:55:09Z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Order">
    <vt:r8>2365000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